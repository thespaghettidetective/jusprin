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7f48d8b6f440e" /><Relationship Type="http://schemas.openxmlformats.org/officeDocument/2006/relationships/extended-properties" Target="/docProps/app.xml" Id="Rdd5a8878e35b43a8" /><Relationship Type="http://schemas.openxmlformats.org/officeDocument/2006/relationships/officeDocument" Target="/ppt/presentation.xml" Id="R6a2458ea985f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fcbe8b3194380"/>
  </p:sldMasterIdLst>
  <p:notesMasterIdLst>
    <p:notesMasterId xmlns:r="http://schemas.openxmlformats.org/officeDocument/2006/relationships" r:id="R80a7be371c654970"/>
  </p:notesMasterIdLst>
  <p:sldIdLst>
    <p:sldId xmlns:r="http://schemas.openxmlformats.org/officeDocument/2006/relationships" id="256" r:id="R4c4d9148b5f5472c"/>
    <p:sldId xmlns:r="http://schemas.openxmlformats.org/officeDocument/2006/relationships" id="257" r:id="Rf724124e49c441fb"/>
    <p:sldId xmlns:r="http://schemas.openxmlformats.org/officeDocument/2006/relationships" id="258" r:id="Rbb608d524f5b4bb6"/>
    <p:sldId xmlns:r="http://schemas.openxmlformats.org/officeDocument/2006/relationships" id="259" r:id="R06ee2532c17d4bb5"/>
    <p:sldId xmlns:r="http://schemas.openxmlformats.org/officeDocument/2006/relationships" id="260" r:id="R7d525c0f9a31449f"/>
    <p:sldId xmlns:r="http://schemas.openxmlformats.org/officeDocument/2006/relationships" id="261" r:id="R828f4e6c0ba24bb6"/>
    <p:sldId xmlns:r="http://schemas.openxmlformats.org/officeDocument/2006/relationships" id="262" r:id="R176c073c618644cc"/>
    <p:sldId xmlns:r="http://schemas.openxmlformats.org/officeDocument/2006/relationships" id="263" r:id="R7d47f4cc3ca944f2"/>
    <p:sldId xmlns:r="http://schemas.openxmlformats.org/officeDocument/2006/relationships" id="264" r:id="R72a7a53b5cb34995"/>
    <p:sldId xmlns:r="http://schemas.openxmlformats.org/officeDocument/2006/relationships" id="265" r:id="Re1b460a27f934557"/>
    <p:sldId xmlns:r="http://schemas.openxmlformats.org/officeDocument/2006/relationships" id="266" r:id="Rb10022c1a4524868"/>
    <p:sldId xmlns:r="http://schemas.openxmlformats.org/officeDocument/2006/relationships" id="267" r:id="R4e423b7dd8694a05"/>
    <p:sldId xmlns:r="http://schemas.openxmlformats.org/officeDocument/2006/relationships" id="268" r:id="R4e86e5f394e842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6010239e64065" /><Relationship Type="http://schemas.openxmlformats.org/officeDocument/2006/relationships/slideMaster" Target="/ppt/slideMasters/slideMaster1.xml" Id="Rf15fcbe8b3194380" /><Relationship Type="http://schemas.openxmlformats.org/officeDocument/2006/relationships/notesMaster" Target="/ppt/notesMasters/notesMaster1.xml" Id="R80a7be371c654970" /><Relationship Type="http://schemas.openxmlformats.org/officeDocument/2006/relationships/presProps" Target="/ppt/presProps.xml" Id="R99dc7cdfe28a4b3c" /><Relationship Type="http://schemas.openxmlformats.org/officeDocument/2006/relationships/tableStyles" Target="/ppt/tableStyles.xml" Id="R86aa13ff9d7044d0" /><Relationship Type="http://schemas.openxmlformats.org/officeDocument/2006/relationships/slide" Target="/ppt/slides/slide1.xml" Id="R4c4d9148b5f5472c" /><Relationship Type="http://schemas.openxmlformats.org/officeDocument/2006/relationships/slide" Target="/ppt/slides/slide2.xml" Id="Rf724124e49c441fb" /><Relationship Type="http://schemas.openxmlformats.org/officeDocument/2006/relationships/slide" Target="/ppt/slides/slide3.xml" Id="Rbb608d524f5b4bb6" /><Relationship Type="http://schemas.openxmlformats.org/officeDocument/2006/relationships/slide" Target="/ppt/slides/slide4.xml" Id="R06ee2532c17d4bb5" /><Relationship Type="http://schemas.openxmlformats.org/officeDocument/2006/relationships/slide" Target="/ppt/slides/slide5.xml" Id="R7d525c0f9a31449f" /><Relationship Type="http://schemas.openxmlformats.org/officeDocument/2006/relationships/slide" Target="/ppt/slides/slide6.xml" Id="R828f4e6c0ba24bb6" /><Relationship Type="http://schemas.openxmlformats.org/officeDocument/2006/relationships/slide" Target="/ppt/slides/slide7.xml" Id="R176c073c618644cc" /><Relationship Type="http://schemas.openxmlformats.org/officeDocument/2006/relationships/slide" Target="/ppt/slides/slide8.xml" Id="R7d47f4cc3ca944f2" /><Relationship Type="http://schemas.openxmlformats.org/officeDocument/2006/relationships/slide" Target="/ppt/slides/slide9.xml" Id="R72a7a53b5cb34995" /><Relationship Type="http://schemas.openxmlformats.org/officeDocument/2006/relationships/slide" Target="/ppt/slides/slide10.xml" Id="Re1b460a27f934557" /><Relationship Type="http://schemas.openxmlformats.org/officeDocument/2006/relationships/slide" Target="/ppt/slides/slide11.xml" Id="Rb10022c1a4524868" /><Relationship Type="http://schemas.openxmlformats.org/officeDocument/2006/relationships/slide" Target="/ppt/slides/slide12.xml" Id="R4e423b7dd8694a05" /><Relationship Type="http://schemas.openxmlformats.org/officeDocument/2006/relationships/slide" Target="/ppt/slides/slide13.xml" Id="R4e86e5f394e842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c21eff5204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8a62babde442c" /><Relationship Type="http://schemas.openxmlformats.org/officeDocument/2006/relationships/notesMaster" Target="/ppt/notesMasters/notesMaster1.xml" Id="Ra64d1c94f8a44b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b40bd37a34ede" /><Relationship Type="http://schemas.openxmlformats.org/officeDocument/2006/relationships/notesMaster" Target="/ppt/notesMasters/notesMaster1.xml" Id="Ra3fac6f8a5064c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d8d64f99c84772" /><Relationship Type="http://schemas.openxmlformats.org/officeDocument/2006/relationships/notesMaster" Target="/ppt/notesMasters/notesMaster1.xml" Id="Rb02101caf1da40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928c48380445b0" /><Relationship Type="http://schemas.openxmlformats.org/officeDocument/2006/relationships/notesMaster" Target="/ppt/notesMasters/notesMaster1.xml" Id="R35070a47a66b43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3da6bab7124953" /><Relationship Type="http://schemas.openxmlformats.org/officeDocument/2006/relationships/notesMaster" Target="/ppt/notesMasters/notesMaster1.xml" Id="Rb9c957fd05bf45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b32c5c83cd42f3" /><Relationship Type="http://schemas.openxmlformats.org/officeDocument/2006/relationships/notesMaster" Target="/ppt/notesMasters/notesMaster1.xml" Id="R8a479778c07b49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fe2243cf6e4265" /><Relationship Type="http://schemas.openxmlformats.org/officeDocument/2006/relationships/notesMaster" Target="/ppt/notesMasters/notesMaster1.xml" Id="Rf49777bbb1664e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b4596e9d174482" /><Relationship Type="http://schemas.openxmlformats.org/officeDocument/2006/relationships/notesMaster" Target="/ppt/notesMasters/notesMaster1.xml" Id="R2f3b2bd8071642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e1761fe8a84eba" /><Relationship Type="http://schemas.openxmlformats.org/officeDocument/2006/relationships/notesMaster" Target="/ppt/notesMasters/notesMaster1.xml" Id="R33e3ed140cc24a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87e0ddb9ca4f7d" /><Relationship Type="http://schemas.openxmlformats.org/officeDocument/2006/relationships/notesMaster" Target="/ppt/notesMasters/notesMaster1.xml" Id="R971d0cd8458f4c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5ab7d302e04d5e" /><Relationship Type="http://schemas.openxmlformats.org/officeDocument/2006/relationships/notesMaster" Target="/ppt/notesMasters/notesMaster1.xml" Id="Re0a5d6a5ec4d46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99dd072d10422b" /><Relationship Type="http://schemas.openxmlformats.org/officeDocument/2006/relationships/notesMaster" Target="/ppt/notesMasters/notesMaster1.xml" Id="Re61efd03916f4e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c976fa53164a39" /><Relationship Type="http://schemas.openxmlformats.org/officeDocument/2006/relationships/notesMaster" Target="/ppt/notesMasters/notesMaster1.xml" Id="R19d6706b9b37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repository: C++17, wxWidgets UI components and bundled fonts.</a:t>
            </a:r>
          </a:p>
          <a:p xmlns:a="http://schemas.openxmlformats.org/drawingml/2006/main">
            <a:r>
              <a:t>- JusPrin logo: user-provided local repository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1850941224c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70b545084a44e4" /><Relationship Type="http://schemas.openxmlformats.org/officeDocument/2006/relationships/slideLayout" Target="/ppt/slideLayouts/slideLayout1.xml" Id="R3a53ea87eebf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3ea87eebf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180b968324e61" /><Relationship Type="http://schemas.openxmlformats.org/officeDocument/2006/relationships/image" Target="/ppt/media/image.png" Id="R5cc0fa97f4fe47cf" /><Relationship Type="http://schemas.openxmlformats.org/officeDocument/2006/relationships/notesSlide" Target="/ppt/notesSlides/notesSlide1.xml" Id="R84f18475a1924c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3a4dddd7c41b2" /><Relationship Type="http://schemas.openxmlformats.org/officeDocument/2006/relationships/notesSlide" Target="/ppt/notesSlides/notesSlide2.xml" Id="R41a95347c54c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e6258024d4ec4" /><Relationship Type="http://schemas.openxmlformats.org/officeDocument/2006/relationships/notesSlide" Target="/ppt/notesSlides/notesSlide3.xml" Id="Rfdb7d2c1ceb746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10f07068348ae" /><Relationship Type="http://schemas.openxmlformats.org/officeDocument/2006/relationships/notesSlide" Target="/ppt/notesSlides/notesSlide4.xml" Id="R7c3aff5f8d6841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cd4921de24bd4" /><Relationship Type="http://schemas.openxmlformats.org/officeDocument/2006/relationships/notesSlide" Target="/ppt/notesSlides/notesSlide5.xml" Id="R4daf66eff8dd42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7c505c6b44cce" /><Relationship Type="http://schemas.openxmlformats.org/officeDocument/2006/relationships/notesSlide" Target="/ppt/notesSlides/notesSlide6.xml" Id="R73eca873711f44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e31f4849b4246" /><Relationship Type="http://schemas.openxmlformats.org/officeDocument/2006/relationships/notesSlide" Target="/ppt/notesSlides/notesSlide7.xml" Id="Rf37c0a52e4e244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af9feebe5486d" /><Relationship Type="http://schemas.openxmlformats.org/officeDocument/2006/relationships/notesSlide" Target="/ppt/notesSlides/notesSlide8.xml" Id="R03c64d0f5b2e4b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1f9b846f44933" /><Relationship Type="http://schemas.openxmlformats.org/officeDocument/2006/relationships/notesSlide" Target="/ppt/notesSlides/notesSlide9.xml" Id="Rb73c79074bb14e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2c2c143e04a73" /><Relationship Type="http://schemas.openxmlformats.org/officeDocument/2006/relationships/notesSlide" Target="/ppt/notesSlides/notesSlide10.xml" Id="R5234f4eb4e4440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e3920076642aa" /><Relationship Type="http://schemas.openxmlformats.org/officeDocument/2006/relationships/notesSlide" Target="/ppt/notesSlides/notesSlide11.xml" Id="Re9b3e5aeedd64e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a39d2784945bb" /><Relationship Type="http://schemas.openxmlformats.org/officeDocument/2006/relationships/notesSlide" Target="/ppt/notesSlides/notesSlide12.xml" Id="R754b88abe02148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25cc09b5c47c6" /><Relationship Type="http://schemas.openxmlformats.org/officeDocument/2006/relationships/notesSlide" Target="/ppt/notesSlides/notesSlide13.xml" Id="R34998fac82ae45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orbit">
            <a:extLst xmlns:a="http://schemas.openxmlformats.org/drawingml/2006/main">
              <a:ext uri="{FF2B5EF4-FFF2-40B4-BE49-F238E27FC236}">
                <a16:creationId xmlns:a16="http://schemas.microsoft.com/office/drawing/2014/main" id="{26D18B0C-9247-41DD-A4EB-A6DA03EC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-1143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DFEB"/>
            </a:solidFill>
            <a:prstDash val="solid"/>
          </a:ln>
        </p:spPr>
      </p:sp>
      <p:sp>
        <p:nvSpPr>
          <p:cNvPr id="2" name="cover-slash">
            <a:extLst xmlns:a="http://schemas.openxmlformats.org/drawingml/2006/main">
              <a:ext uri="{FF2B5EF4-FFF2-40B4-BE49-F238E27FC236}">
                <a16:creationId xmlns:a16="http://schemas.microsoft.com/office/drawing/2014/main" id="{07F16F6F-6613-49C1-8008-6AA72C5C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8858250" y="14287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CA9CFC5-BC86-4073-9468-20FA03AB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52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UI DESIGN SYSTEM / 2026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0fa97f4fe47cf"/>
          <a:stretch xmlns:a="http://schemas.openxmlformats.org/drawingml/2006/main"/>
        </p:blipFill>
        <p:spPr>
          <a:xfrm xmlns:a="http://schemas.openxmlformats.org/drawingml/2006/main">
            <a:off x="685800" y="165735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5" name="cover-name">
            <a:extLst xmlns:a="http://schemas.openxmlformats.org/drawingml/2006/main">
              <a:ext uri="{FF2B5EF4-FFF2-40B4-BE49-F238E27FC236}">
                <a16:creationId xmlns:a16="http://schemas.microsoft.com/office/drawing/2014/main" id="{B419B448-C970-4456-AE61-4386A843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0002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95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JusPrin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0802287-2126-4A2E-9A0B-5918E8AB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7338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One executable visual language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for light and dark desktop UI.</a:t>
            </a:r>
          </a:p>
        </p:txBody>
      </p:sp>
      <p:sp>
        <p:nvSpPr>
          <p:cNvPr id="7" name="cover-sub">
            <a:extLst xmlns:a="http://schemas.openxmlformats.org/drawingml/2006/main">
              <a:ext uri="{FF2B5EF4-FFF2-40B4-BE49-F238E27FC236}">
                <a16:creationId xmlns:a16="http://schemas.microsoft.com/office/drawing/2014/main" id="{A098EBAB-5BEC-46E0-BEFD-7F7224D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2578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Semantic tokens, native component rules, accessibility states, and design-agent instructions.</a:t>
            </a:r>
          </a:p>
        </p:txBody>
      </p:sp>
      <p:sp>
        <p:nvSpPr>
          <p:cNvPr id="8" name="chip-WINDOWS · MAC · LINUX-956-504">
            <a:extLst xmlns:a="http://schemas.openxmlformats.org/drawingml/2006/main">
              <a:ext uri="{FF2B5EF4-FFF2-40B4-BE49-F238E27FC236}">
                <a16:creationId xmlns:a16="http://schemas.microsoft.com/office/drawing/2014/main" id="{D646B8AB-042C-4B37-A32F-26E967C6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4800600"/>
            <a:ext cx="1809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ip-text-WINDOWS · MAC · LINUX-956-504">
            <a:extLst xmlns:a="http://schemas.openxmlformats.org/drawingml/2006/main">
              <a:ext uri="{FF2B5EF4-FFF2-40B4-BE49-F238E27FC236}">
                <a16:creationId xmlns:a16="http://schemas.microsoft.com/office/drawing/2014/main" id="{9D9E70F9-2D4E-483A-8DC7-1C2A55EE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4876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WINDOWS · MAC · LINUX</a:t>
            </a:r>
          </a:p>
        </p:txBody>
      </p:sp>
      <p:sp>
        <p:nvSpPr>
          <p:cNvPr id="10" name="footer-1">
            <a:extLst xmlns:a="http://schemas.openxmlformats.org/drawingml/2006/main">
              <a:ext uri="{FF2B5EF4-FFF2-40B4-BE49-F238E27FC236}">
                <a16:creationId xmlns:a16="http://schemas.microsoft.com/office/drawing/2014/main" id="{8FFD3E3E-0FAF-4460-9467-4FA9517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11" name="page-1">
            <a:extLst xmlns:a="http://schemas.openxmlformats.org/drawingml/2006/main">
              <a:ext uri="{FF2B5EF4-FFF2-40B4-BE49-F238E27FC236}">
                <a16:creationId xmlns:a16="http://schemas.microsoft.com/office/drawing/2014/main" id="{EDC2D94B-D348-4282-85E9-8560E60B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599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6082881D-AFF0-4CB6-9110-CBA7CB8E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HOW TO USE THIS GUIDE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344850C-24D2-4ECF-9DA5-09F35439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The brand palette inspires; semantic tokens decide.</a:t>
            </a:r>
          </a:p>
        </p:txBody>
      </p:sp>
      <p:sp>
        <p:nvSpPr>
          <p:cNvPr id="3" name="contract-intro">
            <a:extLst xmlns:a="http://schemas.openxmlformats.org/drawingml/2006/main">
              <a:ext uri="{FF2B5EF4-FFF2-40B4-BE49-F238E27FC236}">
                <a16:creationId xmlns:a16="http://schemas.microsoft.com/office/drawing/2014/main" id="{21855B91-C83F-4AF6-8CA8-6D1B3A29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192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A design agent may use primitives to communicate the JusPrin brand, but every product-interface decision must resolve to a named semantic or component token.</a:t>
            </a:r>
          </a:p>
        </p:txBody>
      </p:sp>
      <p:sp>
        <p:nvSpPr>
          <p:cNvPr id="4" name="contract-num-0">
            <a:extLst xmlns:a="http://schemas.openxmlformats.org/drawingml/2006/main">
              <a:ext uri="{FF2B5EF4-FFF2-40B4-BE49-F238E27FC236}">
                <a16:creationId xmlns:a16="http://schemas.microsoft.com/office/drawing/2014/main" id="{7AF882AE-BA21-4DCE-89B9-633B8547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57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5" name="contract-title-0">
            <a:extLst xmlns:a="http://schemas.openxmlformats.org/drawingml/2006/main">
              <a:ext uri="{FF2B5EF4-FFF2-40B4-BE49-F238E27FC236}">
                <a16:creationId xmlns:a16="http://schemas.microsoft.com/office/drawing/2014/main" id="{5B13698C-C82F-47F1-9086-05A619B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766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Start with mode</a:t>
            </a:r>
          </a:p>
        </p:txBody>
      </p:sp>
      <p:sp>
        <p:nvSpPr>
          <p:cNvPr id="6" name="contract-copy-0">
            <a:extLst xmlns:a="http://schemas.openxmlformats.org/drawingml/2006/main">
              <a:ext uri="{FF2B5EF4-FFF2-40B4-BE49-F238E27FC236}">
                <a16:creationId xmlns:a16="http://schemas.microsoft.com/office/drawing/2014/main" id="{5BEFC5B8-0166-4756-97D9-A5F47241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7909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Create paired light and dark frames. Never recolor a finished light design by eye.</a:t>
            </a:r>
          </a:p>
        </p:txBody>
      </p:sp>
      <p:sp>
        <p:nvSpPr>
          <p:cNvPr id="7" name="contract-num-1">
            <a:extLst xmlns:a="http://schemas.openxmlformats.org/drawingml/2006/main">
              <a:ext uri="{FF2B5EF4-FFF2-40B4-BE49-F238E27FC236}">
                <a16:creationId xmlns:a16="http://schemas.microsoft.com/office/drawing/2014/main" id="{0C5923AE-095F-43C2-BAC2-0CE9E81C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857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8" name="contract-title-1">
            <a:extLst xmlns:a="http://schemas.openxmlformats.org/drawingml/2006/main">
              <a:ext uri="{FF2B5EF4-FFF2-40B4-BE49-F238E27FC236}">
                <a16:creationId xmlns:a16="http://schemas.microsoft.com/office/drawing/2014/main" id="{A1E5BFDE-6778-4212-9C26-3946437D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2766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Name the intent</a:t>
            </a:r>
          </a:p>
        </p:txBody>
      </p:sp>
      <p:sp>
        <p:nvSpPr>
          <p:cNvPr id="9" name="contract-copy-1">
            <a:extLst xmlns:a="http://schemas.openxmlformats.org/drawingml/2006/main">
              <a:ext uri="{FF2B5EF4-FFF2-40B4-BE49-F238E27FC236}">
                <a16:creationId xmlns:a16="http://schemas.microsoft.com/office/drawing/2014/main" id="{1F0F42BA-6EB6-4A95-B263-3FE7CABB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7909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Choose surface, text, action, border, status, or focus tokens - never a raw purple.</a:t>
            </a:r>
          </a:p>
        </p:txBody>
      </p:sp>
      <p:sp>
        <p:nvSpPr>
          <p:cNvPr id="10" name="contract-num-2">
            <a:extLst xmlns:a="http://schemas.openxmlformats.org/drawingml/2006/main">
              <a:ext uri="{FF2B5EF4-FFF2-40B4-BE49-F238E27FC236}">
                <a16:creationId xmlns:a16="http://schemas.microsoft.com/office/drawing/2014/main" id="{7938F583-8ECB-4C57-9B8A-C78A58E4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857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1" name="contract-title-2">
            <a:extLst xmlns:a="http://schemas.openxmlformats.org/drawingml/2006/main">
              <a:ext uri="{FF2B5EF4-FFF2-40B4-BE49-F238E27FC236}">
                <a16:creationId xmlns:a16="http://schemas.microsoft.com/office/drawing/2014/main" id="{695151A2-FC04-42D2-8BAA-20658E33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32766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Fit the native app</a:t>
            </a:r>
          </a:p>
        </p:txBody>
      </p:sp>
      <p:sp>
        <p:nvSpPr>
          <p:cNvPr id="12" name="contract-copy-2">
            <a:extLst xmlns:a="http://schemas.openxmlformats.org/drawingml/2006/main">
              <a:ext uri="{FF2B5EF4-FFF2-40B4-BE49-F238E27FC236}">
                <a16:creationId xmlns:a16="http://schemas.microsoft.com/office/drawing/2014/main" id="{F084F768-CC23-47CA-9029-1220D14B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37909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Use the existing wxWidgets density, DIP scaling, keyboard focus, and 4/8/12 radii.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80575F0-0C3B-449A-98F1-4E7D705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33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tract-test">
            <a:extLst xmlns:a="http://schemas.openxmlformats.org/drawingml/2006/main">
              <a:ext uri="{FF2B5EF4-FFF2-40B4-BE49-F238E27FC236}">
                <a16:creationId xmlns:a16="http://schemas.microsoft.com/office/drawing/2014/main" id="{DA2223BA-3E63-4A6A-AB29-88E6C5F9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rPr>
              <a:t>Output rule: every high-fidelity screen must identify its mode, viewport, semantic tokens, component variants, focus state, and any deliberate exception.</a:t>
            </a:r>
          </a:p>
        </p:txBody>
      </p:sp>
      <p:sp>
        <p:nvSpPr>
          <p:cNvPr id="15" name="footer-2">
            <a:extLst xmlns:a="http://schemas.openxmlformats.org/drawingml/2006/main">
              <a:ext uri="{FF2B5EF4-FFF2-40B4-BE49-F238E27FC236}">
                <a16:creationId xmlns:a16="http://schemas.microsoft.com/office/drawing/2014/main" id="{5AB4A49D-48E5-4756-ABC9-56C47F8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16" name="page-2">
            <a:extLst xmlns:a="http://schemas.openxmlformats.org/drawingml/2006/main">
              <a:ext uri="{FF2B5EF4-FFF2-40B4-BE49-F238E27FC236}">
                <a16:creationId xmlns:a16="http://schemas.microsoft.com/office/drawing/2014/main" id="{0F5D8F8D-5F56-48DC-A664-9DA07DF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242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3">
            <a:extLst xmlns:a="http://schemas.openxmlformats.org/drawingml/2006/main">
              <a:ext uri="{FF2B5EF4-FFF2-40B4-BE49-F238E27FC236}">
                <a16:creationId xmlns:a16="http://schemas.microsoft.com/office/drawing/2014/main" id="{53F43D40-B259-4C97-A16A-9C0AE257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PRODUCT CONSTRAINTS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0D3EECC-7B6C-411E-9297-AE3A60E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Design for a native, dense, high-DPI desktop application.</a:t>
            </a:r>
          </a:p>
        </p:txBody>
      </p:sp>
      <p:sp>
        <p:nvSpPr>
          <p:cNvPr id="3" name="constraint-card-0">
            <a:extLst xmlns:a="http://schemas.openxmlformats.org/drawingml/2006/main">
              <a:ext uri="{FF2B5EF4-FFF2-40B4-BE49-F238E27FC236}">
                <a16:creationId xmlns:a16="http://schemas.microsoft.com/office/drawing/2014/main" id="{7BF2FE3E-34B4-4E98-98CE-62742D40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09750"/>
            <a:ext cx="32004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4B3E57"/>
            </a:solidFill>
            <a:prstDash val="solid"/>
          </a:ln>
        </p:spPr>
      </p:sp>
      <p:sp>
        <p:nvSpPr>
          <p:cNvPr id="4" name="constraint-label-0">
            <a:extLst xmlns:a="http://schemas.openxmlformats.org/drawingml/2006/main">
              <a:ext uri="{FF2B5EF4-FFF2-40B4-BE49-F238E27FC236}">
                <a16:creationId xmlns:a16="http://schemas.microsoft.com/office/drawing/2014/main" id="{C9C34569-BF6B-43D5-B74A-BB269B26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095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PLATFORMS</a:t>
            </a:r>
          </a:p>
        </p:txBody>
      </p:sp>
      <p:sp>
        <p:nvSpPr>
          <p:cNvPr id="5" name="constraint-copy-0">
            <a:extLst xmlns:a="http://schemas.openxmlformats.org/drawingml/2006/main">
              <a:ext uri="{FF2B5EF4-FFF2-40B4-BE49-F238E27FC236}">
                <a16:creationId xmlns:a16="http://schemas.microsoft.com/office/drawing/2014/main" id="{4F971AA5-EF92-4153-9357-3BAB362A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5717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Windows x64 / ARM64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macOS Intel / Apple Silicon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Linux x86_64 / ARM64</a:t>
            </a:r>
          </a:p>
        </p:txBody>
      </p:sp>
      <p:sp>
        <p:nvSpPr>
          <p:cNvPr id="6" name="constraint-card-1">
            <a:extLst xmlns:a="http://schemas.openxmlformats.org/drawingml/2006/main">
              <a:ext uri="{FF2B5EF4-FFF2-40B4-BE49-F238E27FC236}">
                <a16:creationId xmlns:a16="http://schemas.microsoft.com/office/drawing/2014/main" id="{45325FFF-F5DC-475E-9530-5CBE673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1809750"/>
            <a:ext cx="32004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2B2336"/>
          </a:solidFill>
          <a:ln xmlns:a="http://schemas.openxmlformats.org/drawingml/2006/main" w="9525">
            <a:solidFill>
              <a:srgbClr val="4B3E57"/>
            </a:solidFill>
            <a:prstDash val="solid"/>
          </a:ln>
        </p:spPr>
      </p:sp>
      <p:sp>
        <p:nvSpPr>
          <p:cNvPr id="7" name="constraint-label-1">
            <a:extLst xmlns:a="http://schemas.openxmlformats.org/drawingml/2006/main">
              <a:ext uri="{FF2B5EF4-FFF2-40B4-BE49-F238E27FC236}">
                <a16:creationId xmlns:a16="http://schemas.microsoft.com/office/drawing/2014/main" id="{A809338C-563C-4B69-ADD6-8B6AE8D1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095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UI STACK</a:t>
            </a:r>
          </a:p>
        </p:txBody>
      </p:sp>
      <p:sp>
        <p:nvSpPr>
          <p:cNvPr id="8" name="constraint-copy-1">
            <a:extLst xmlns:a="http://schemas.openxmlformats.org/drawingml/2006/main">
              <a:ext uri="{FF2B5EF4-FFF2-40B4-BE49-F238E27FC236}">
                <a16:creationId xmlns:a16="http://schemas.microsoft.com/office/drawing/2014/main" id="{5D6E49E0-0533-4F3E-B9EF-964097F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5717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C++17 · wxWidgets · OpenGL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Embedded WebView surfaces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Keyboard-first desktop patterns</a:t>
            </a:r>
          </a:p>
        </p:txBody>
      </p:sp>
      <p:sp>
        <p:nvSpPr>
          <p:cNvPr id="9" name="constraint-card-2">
            <a:extLst xmlns:a="http://schemas.openxmlformats.org/drawingml/2006/main">
              <a:ext uri="{FF2B5EF4-FFF2-40B4-BE49-F238E27FC236}">
                <a16:creationId xmlns:a16="http://schemas.microsoft.com/office/drawing/2014/main" id="{875257A4-8BEF-4B87-A6D5-BDC70043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1809750"/>
            <a:ext cx="32004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4B3E57"/>
            </a:solidFill>
            <a:prstDash val="solid"/>
          </a:ln>
        </p:spPr>
      </p:sp>
      <p:sp>
        <p:nvSpPr>
          <p:cNvPr id="10" name="constraint-label-2">
            <a:extLst xmlns:a="http://schemas.openxmlformats.org/drawingml/2006/main">
              <a:ext uri="{FF2B5EF4-FFF2-40B4-BE49-F238E27FC236}">
                <a16:creationId xmlns:a16="http://schemas.microsoft.com/office/drawing/2014/main" id="{537044E3-A5B6-4829-AC52-1EE4680F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2095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SCALE</a:t>
            </a:r>
          </a:p>
        </p:txBody>
      </p:sp>
      <p:sp>
        <p:nvSpPr>
          <p:cNvPr id="11" name="constraint-copy-2">
            <a:extLst xmlns:a="http://schemas.openxmlformats.org/drawingml/2006/main">
              <a:ext uri="{FF2B5EF4-FFF2-40B4-BE49-F238E27FC236}">
                <a16:creationId xmlns:a16="http://schemas.microsoft.com/office/drawing/2014/main" id="{DC5BA5D8-C2D9-4B31-85E6-DD2206D8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25717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All dimensions are DIP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Verify 100%, 150%, and 200%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SVG icons with PNG fallback</a:t>
            </a:r>
          </a:p>
        </p:txBody>
      </p:sp>
      <p:sp>
        <p:nvSpPr>
          <p:cNvPr id="12" name="constraint-no">
            <a:extLst xmlns:a="http://schemas.openxmlformats.org/drawingml/2006/main">
              <a:ext uri="{FF2B5EF4-FFF2-40B4-BE49-F238E27FC236}">
                <a16:creationId xmlns:a16="http://schemas.microsoft.com/office/drawing/2014/main" id="{E4BB58A5-F536-4161-A375-7DFE4B1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Avoid web-only assumptions: oversized controls, glass effects, blur-heavy surfaces, fixed physical pixels, and platform-specific fonts.</a:t>
            </a:r>
          </a:p>
        </p:txBody>
      </p:sp>
      <p:sp>
        <p:nvSpPr>
          <p:cNvPr id="13" name="footer-3">
            <a:extLst xmlns:a="http://schemas.openxmlformats.org/drawingml/2006/main">
              <a:ext uri="{FF2B5EF4-FFF2-40B4-BE49-F238E27FC236}">
                <a16:creationId xmlns:a16="http://schemas.microsoft.com/office/drawing/2014/main" id="{5E83005C-A5CA-4019-987C-D1F24E36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14" name="page-3">
            <a:extLst xmlns:a="http://schemas.openxmlformats.org/drawingml/2006/main">
              <a:ext uri="{FF2B5EF4-FFF2-40B4-BE49-F238E27FC236}">
                <a16:creationId xmlns:a16="http://schemas.microsoft.com/office/drawing/2014/main" id="{A107682D-9C84-4FB2-9136-A22E86D0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CFC5D3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CFC5D3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5672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4">
            <a:extLst xmlns:a="http://schemas.openxmlformats.org/drawingml/2006/main">
              <a:ext uri="{FF2B5EF4-FFF2-40B4-BE49-F238E27FC236}">
                <a16:creationId xmlns:a16="http://schemas.microsoft.com/office/drawing/2014/main" id="{341B6E3A-B6EF-4651-AAF9-AF8B63CA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COLOR PRIMITIVES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1F748F5-795A-4411-8B12-D72AD8B8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A compact palette supplies both themes.</a:t>
            </a:r>
          </a:p>
        </p:txBody>
      </p:sp>
      <p:sp>
        <p:nvSpPr>
          <p:cNvPr id="3" name="primitive-0">
            <a:extLst xmlns:a="http://schemas.openxmlformats.org/drawingml/2006/main">
              <a:ext uri="{FF2B5EF4-FFF2-40B4-BE49-F238E27FC236}">
                <a16:creationId xmlns:a16="http://schemas.microsoft.com/office/drawing/2014/main" id="{0A751BED-50E9-4CF1-B1AB-AE85B07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7640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imitive-name-0">
            <a:extLst xmlns:a="http://schemas.openxmlformats.org/drawingml/2006/main">
              <a:ext uri="{FF2B5EF4-FFF2-40B4-BE49-F238E27FC236}">
                <a16:creationId xmlns:a16="http://schemas.microsoft.com/office/drawing/2014/main" id="{2AF0B835-E0ED-4C02-A4DA-6C0FB642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838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Orbit</a:t>
            </a:r>
          </a:p>
        </p:txBody>
      </p:sp>
      <p:sp>
        <p:nvSpPr>
          <p:cNvPr id="5" name="primitive-hex-0">
            <a:extLst xmlns:a="http://schemas.openxmlformats.org/drawingml/2006/main">
              <a:ext uri="{FF2B5EF4-FFF2-40B4-BE49-F238E27FC236}">
                <a16:creationId xmlns:a16="http://schemas.microsoft.com/office/drawing/2014/main" id="{4C91F8A6-E941-4849-8D00-BA15D2AC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18764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#3A2D64</a:t>
            </a:r>
          </a:p>
        </p:txBody>
      </p:sp>
      <p:sp>
        <p:nvSpPr>
          <p:cNvPr id="6" name="primitive-token-0">
            <a:extLst xmlns:a="http://schemas.openxmlformats.org/drawingml/2006/main">
              <a:ext uri="{FF2B5EF4-FFF2-40B4-BE49-F238E27FC236}">
                <a16:creationId xmlns:a16="http://schemas.microsoft.com/office/drawing/2014/main" id="{B4B6A986-77EA-494B-9216-C25A3CCC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400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brand.orbit</a:t>
            </a:r>
          </a:p>
        </p:txBody>
      </p:sp>
      <p:sp>
        <p:nvSpPr>
          <p:cNvPr id="7" name="primitive-1">
            <a:extLst xmlns:a="http://schemas.openxmlformats.org/drawingml/2006/main">
              <a:ext uri="{FF2B5EF4-FFF2-40B4-BE49-F238E27FC236}">
                <a16:creationId xmlns:a16="http://schemas.microsoft.com/office/drawing/2014/main" id="{FB35F4A1-D66A-4D0A-90C9-E403D2A5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167640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imitive-name-1">
            <a:extLst xmlns:a="http://schemas.openxmlformats.org/drawingml/2006/main">
              <a:ext uri="{FF2B5EF4-FFF2-40B4-BE49-F238E27FC236}">
                <a16:creationId xmlns:a16="http://schemas.microsoft.com/office/drawing/2014/main" id="{83D9F9F0-7255-4057-98C7-840EE34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1838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Violet</a:t>
            </a:r>
          </a:p>
        </p:txBody>
      </p:sp>
      <p:sp>
        <p:nvSpPr>
          <p:cNvPr id="9" name="primitive-hex-1">
            <a:extLst xmlns:a="http://schemas.openxmlformats.org/drawingml/2006/main">
              <a:ext uri="{FF2B5EF4-FFF2-40B4-BE49-F238E27FC236}">
                <a16:creationId xmlns:a16="http://schemas.microsoft.com/office/drawing/2014/main" id="{EBFA1980-3735-4501-A557-9B6F35AE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18764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#6F4F84</a:t>
            </a:r>
          </a:p>
        </p:txBody>
      </p:sp>
      <p:sp>
        <p:nvSpPr>
          <p:cNvPr id="10" name="primitive-token-1">
            <a:extLst xmlns:a="http://schemas.openxmlformats.org/drawingml/2006/main">
              <a:ext uri="{FF2B5EF4-FFF2-40B4-BE49-F238E27FC236}">
                <a16:creationId xmlns:a16="http://schemas.microsoft.com/office/drawing/2014/main" id="{7897F0D2-19F3-4BFB-B33B-AF2499EC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400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brand.violet</a:t>
            </a:r>
          </a:p>
        </p:txBody>
      </p:sp>
      <p:sp>
        <p:nvSpPr>
          <p:cNvPr id="11" name="primitive-2">
            <a:extLst xmlns:a="http://schemas.openxmlformats.org/drawingml/2006/main">
              <a:ext uri="{FF2B5EF4-FFF2-40B4-BE49-F238E27FC236}">
                <a16:creationId xmlns:a16="http://schemas.microsoft.com/office/drawing/2014/main" id="{1194B44D-CB4F-4B59-8BD9-98FD1A0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167640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mitive-name-2">
            <a:extLst xmlns:a="http://schemas.openxmlformats.org/drawingml/2006/main">
              <a:ext uri="{FF2B5EF4-FFF2-40B4-BE49-F238E27FC236}">
                <a16:creationId xmlns:a16="http://schemas.microsoft.com/office/drawing/2014/main" id="{2C9B7727-8837-4D81-BF3F-45F614F0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1838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Bloom</a:t>
            </a:r>
          </a:p>
        </p:txBody>
      </p:sp>
      <p:sp>
        <p:nvSpPr>
          <p:cNvPr id="13" name="primitive-hex-2">
            <a:extLst xmlns:a="http://schemas.openxmlformats.org/drawingml/2006/main">
              <a:ext uri="{FF2B5EF4-FFF2-40B4-BE49-F238E27FC236}">
                <a16:creationId xmlns:a16="http://schemas.microsoft.com/office/drawing/2014/main" id="{FFF8D334-0B77-4362-BED8-49A33612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18764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#CE84B7</a:t>
            </a:r>
          </a:p>
        </p:txBody>
      </p:sp>
      <p:sp>
        <p:nvSpPr>
          <p:cNvPr id="14" name="primitive-token-2">
            <a:extLst xmlns:a="http://schemas.openxmlformats.org/drawingml/2006/main">
              <a:ext uri="{FF2B5EF4-FFF2-40B4-BE49-F238E27FC236}">
                <a16:creationId xmlns:a16="http://schemas.microsoft.com/office/drawing/2014/main" id="{A65B8BB4-689D-4351-8C65-EA2A4C00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400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brand.bloom</a:t>
            </a:r>
          </a:p>
        </p:txBody>
      </p:sp>
      <p:sp>
        <p:nvSpPr>
          <p:cNvPr id="15" name="primitive-3">
            <a:extLst xmlns:a="http://schemas.openxmlformats.org/drawingml/2006/main">
              <a:ext uri="{FF2B5EF4-FFF2-40B4-BE49-F238E27FC236}">
                <a16:creationId xmlns:a16="http://schemas.microsoft.com/office/drawing/2014/main" id="{C5351C6D-9AFB-4211-81AF-513B72BE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6705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imitive-name-3">
            <a:extLst xmlns:a="http://schemas.openxmlformats.org/drawingml/2006/main">
              <a:ext uri="{FF2B5EF4-FFF2-40B4-BE49-F238E27FC236}">
                <a16:creationId xmlns:a16="http://schemas.microsoft.com/office/drawing/2014/main" id="{63D0BD26-B837-4B37-BFAC-780A2E17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2289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Ink</a:t>
            </a:r>
          </a:p>
        </p:txBody>
      </p:sp>
      <p:sp>
        <p:nvSpPr>
          <p:cNvPr id="17" name="primitive-hex-3">
            <a:extLst xmlns:a="http://schemas.openxmlformats.org/drawingml/2006/main">
              <a:ext uri="{FF2B5EF4-FFF2-40B4-BE49-F238E27FC236}">
                <a16:creationId xmlns:a16="http://schemas.microsoft.com/office/drawing/2014/main" id="{AF50D6F6-D1BA-413D-BE85-DF11C814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3267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#17131F</a:t>
            </a:r>
          </a:p>
        </p:txBody>
      </p:sp>
      <p:sp>
        <p:nvSpPr>
          <p:cNvPr id="18" name="primitive-token-3">
            <a:extLst xmlns:a="http://schemas.openxmlformats.org/drawingml/2006/main">
              <a:ext uri="{FF2B5EF4-FFF2-40B4-BE49-F238E27FC236}">
                <a16:creationId xmlns:a16="http://schemas.microsoft.com/office/drawing/2014/main" id="{E188530C-71E4-47E4-86A4-1B52DF8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790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neutral.ink</a:t>
            </a:r>
          </a:p>
        </p:txBody>
      </p:sp>
      <p:sp>
        <p:nvSpPr>
          <p:cNvPr id="19" name="primitive-4">
            <a:extLst xmlns:a="http://schemas.openxmlformats.org/drawingml/2006/main">
              <a:ext uri="{FF2B5EF4-FFF2-40B4-BE49-F238E27FC236}">
                <a16:creationId xmlns:a16="http://schemas.microsoft.com/office/drawing/2014/main" id="{7A020BE5-B286-4D96-A01B-94FAA37A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06705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20" name="primitive-name-4">
            <a:extLst xmlns:a="http://schemas.openxmlformats.org/drawingml/2006/main">
              <a:ext uri="{FF2B5EF4-FFF2-40B4-BE49-F238E27FC236}">
                <a16:creationId xmlns:a16="http://schemas.microsoft.com/office/drawing/2014/main" id="{13DA54B4-FEF7-4E34-B2BF-4D3DCBC0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2289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Mist</a:t>
            </a:r>
          </a:p>
        </p:txBody>
      </p:sp>
      <p:sp>
        <p:nvSpPr>
          <p:cNvPr id="21" name="primitive-hex-4">
            <a:extLst xmlns:a="http://schemas.openxmlformats.org/drawingml/2006/main">
              <a:ext uri="{FF2B5EF4-FFF2-40B4-BE49-F238E27FC236}">
                <a16:creationId xmlns:a16="http://schemas.microsoft.com/office/drawing/2014/main" id="{D4765D3B-F163-433A-802C-F43322B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267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#F6F2F7</a:t>
            </a:r>
          </a:p>
        </p:txBody>
      </p:sp>
      <p:sp>
        <p:nvSpPr>
          <p:cNvPr id="22" name="primitive-token-4">
            <a:extLst xmlns:a="http://schemas.openxmlformats.org/drawingml/2006/main">
              <a:ext uri="{FF2B5EF4-FFF2-40B4-BE49-F238E27FC236}">
                <a16:creationId xmlns:a16="http://schemas.microsoft.com/office/drawing/2014/main" id="{BE487F2E-FBC9-4548-8C79-FD6311A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790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neutral.mist</a:t>
            </a:r>
          </a:p>
        </p:txBody>
      </p:sp>
      <p:sp>
        <p:nvSpPr>
          <p:cNvPr id="23" name="primitive-5">
            <a:extLst xmlns:a="http://schemas.openxmlformats.org/drawingml/2006/main">
              <a:ext uri="{FF2B5EF4-FFF2-40B4-BE49-F238E27FC236}">
                <a16:creationId xmlns:a16="http://schemas.microsoft.com/office/drawing/2014/main" id="{5DE4C001-704B-4DAA-8418-F95CD923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306705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imitive-name-5">
            <a:extLst xmlns:a="http://schemas.openxmlformats.org/drawingml/2006/main">
              <a:ext uri="{FF2B5EF4-FFF2-40B4-BE49-F238E27FC236}">
                <a16:creationId xmlns:a16="http://schemas.microsoft.com/office/drawing/2014/main" id="{BF21FA77-DC58-4E2C-9068-5008844A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2289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Trace</a:t>
            </a:r>
          </a:p>
        </p:txBody>
      </p:sp>
      <p:sp>
        <p:nvSpPr>
          <p:cNvPr id="25" name="primitive-hex-5">
            <a:extLst xmlns:a="http://schemas.openxmlformats.org/drawingml/2006/main">
              <a:ext uri="{FF2B5EF4-FFF2-40B4-BE49-F238E27FC236}">
                <a16:creationId xmlns:a16="http://schemas.microsoft.com/office/drawing/2014/main" id="{A13194F9-B8A4-47BC-803A-FA879E69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267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#E8DFEB</a:t>
            </a:r>
          </a:p>
        </p:txBody>
      </p:sp>
      <p:sp>
        <p:nvSpPr>
          <p:cNvPr id="26" name="primitive-token-5">
            <a:extLst xmlns:a="http://schemas.openxmlformats.org/drawingml/2006/main">
              <a:ext uri="{FF2B5EF4-FFF2-40B4-BE49-F238E27FC236}">
                <a16:creationId xmlns:a16="http://schemas.microsoft.com/office/drawing/2014/main" id="{85BA85FB-A936-4AE7-ABE9-6B65F6D9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790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neutral.trace</a:t>
            </a:r>
          </a:p>
        </p:txBody>
      </p:sp>
      <p:sp>
        <p:nvSpPr>
          <p:cNvPr id="27" name="primitive-6">
            <a:extLst xmlns:a="http://schemas.openxmlformats.org/drawingml/2006/main">
              <a:ext uri="{FF2B5EF4-FFF2-40B4-BE49-F238E27FC236}">
                <a16:creationId xmlns:a16="http://schemas.microsoft.com/office/drawing/2014/main" id="{5C0677DE-790B-4C05-9F22-CF4881F6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45770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D6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imitive-name-6">
            <a:extLst xmlns:a="http://schemas.openxmlformats.org/drawingml/2006/main">
              <a:ext uri="{FF2B5EF4-FFF2-40B4-BE49-F238E27FC236}">
                <a16:creationId xmlns:a16="http://schemas.microsoft.com/office/drawing/2014/main" id="{341F1A01-4448-4BE9-A518-B10D2C8A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6196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Success</a:t>
            </a:r>
          </a:p>
        </p:txBody>
      </p:sp>
      <p:sp>
        <p:nvSpPr>
          <p:cNvPr id="29" name="primitive-hex-6">
            <a:extLst xmlns:a="http://schemas.openxmlformats.org/drawingml/2006/main">
              <a:ext uri="{FF2B5EF4-FFF2-40B4-BE49-F238E27FC236}">
                <a16:creationId xmlns:a16="http://schemas.microsoft.com/office/drawing/2014/main" id="{0DDC2207-76C3-4552-BADE-FE272468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4657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#2D6A55</a:t>
            </a:r>
          </a:p>
        </p:txBody>
      </p:sp>
      <p:sp>
        <p:nvSpPr>
          <p:cNvPr id="30" name="primitive-token-6">
            <a:extLst xmlns:a="http://schemas.openxmlformats.org/drawingml/2006/main">
              <a:ext uri="{FF2B5EF4-FFF2-40B4-BE49-F238E27FC236}">
                <a16:creationId xmlns:a16="http://schemas.microsoft.com/office/drawing/2014/main" id="{257E33B9-3021-4C5E-995E-860451EB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181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status.success</a:t>
            </a:r>
          </a:p>
        </p:txBody>
      </p:sp>
      <p:sp>
        <p:nvSpPr>
          <p:cNvPr id="31" name="primitive-7">
            <a:extLst xmlns:a="http://schemas.openxmlformats.org/drawingml/2006/main">
              <a:ext uri="{FF2B5EF4-FFF2-40B4-BE49-F238E27FC236}">
                <a16:creationId xmlns:a16="http://schemas.microsoft.com/office/drawing/2014/main" id="{6919D1B7-1284-481D-9F18-B952E7AB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45770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B44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imitive-name-7">
            <a:extLst xmlns:a="http://schemas.openxmlformats.org/drawingml/2006/main">
              <a:ext uri="{FF2B5EF4-FFF2-40B4-BE49-F238E27FC236}">
                <a16:creationId xmlns:a16="http://schemas.microsoft.com/office/drawing/2014/main" id="{AE2194FC-729D-4310-B470-329E2940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6196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Danger</a:t>
            </a:r>
          </a:p>
        </p:txBody>
      </p:sp>
      <p:sp>
        <p:nvSpPr>
          <p:cNvPr id="33" name="primitive-hex-7">
            <a:extLst xmlns:a="http://schemas.openxmlformats.org/drawingml/2006/main">
              <a:ext uri="{FF2B5EF4-FFF2-40B4-BE49-F238E27FC236}">
                <a16:creationId xmlns:a16="http://schemas.microsoft.com/office/drawing/2014/main" id="{2D8D9B3E-E287-402C-A23E-7618661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657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#B44757</a:t>
            </a:r>
          </a:p>
        </p:txBody>
      </p:sp>
      <p:sp>
        <p:nvSpPr>
          <p:cNvPr id="34" name="primitive-token-7">
            <a:extLst xmlns:a="http://schemas.openxmlformats.org/drawingml/2006/main">
              <a:ext uri="{FF2B5EF4-FFF2-40B4-BE49-F238E27FC236}">
                <a16:creationId xmlns:a16="http://schemas.microsoft.com/office/drawing/2014/main" id="{405C261B-F4FF-4B00-AA97-5CCF4473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5181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status.danger</a:t>
            </a:r>
          </a:p>
        </p:txBody>
      </p:sp>
      <p:sp>
        <p:nvSpPr>
          <p:cNvPr id="35" name="primitive-8">
            <a:extLst xmlns:a="http://schemas.openxmlformats.org/drawingml/2006/main">
              <a:ext uri="{FF2B5EF4-FFF2-40B4-BE49-F238E27FC236}">
                <a16:creationId xmlns:a16="http://schemas.microsoft.com/office/drawing/2014/main" id="{19BF6E9A-A0DA-4646-8F4C-702232D2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457700"/>
            <a:ext cx="320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49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rimitive-name-8">
            <a:extLst xmlns:a="http://schemas.openxmlformats.org/drawingml/2006/main">
              <a:ext uri="{FF2B5EF4-FFF2-40B4-BE49-F238E27FC236}">
                <a16:creationId xmlns:a16="http://schemas.microsoft.com/office/drawing/2014/main" id="{8FD21AB9-77E3-4946-84D2-CEED45A6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46196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Warning</a:t>
            </a:r>
          </a:p>
        </p:txBody>
      </p:sp>
      <p:sp>
        <p:nvSpPr>
          <p:cNvPr id="37" name="primitive-hex-8">
            <a:extLst xmlns:a="http://schemas.openxmlformats.org/drawingml/2006/main">
              <a:ext uri="{FF2B5EF4-FFF2-40B4-BE49-F238E27FC236}">
                <a16:creationId xmlns:a16="http://schemas.microsoft.com/office/drawing/2014/main" id="{48B7B5E4-2D27-42EB-803B-797782A0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4657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#D49A2A</a:t>
            </a:r>
          </a:p>
        </p:txBody>
      </p:sp>
      <p:sp>
        <p:nvSpPr>
          <p:cNvPr id="38" name="primitive-token-8">
            <a:extLst xmlns:a="http://schemas.openxmlformats.org/drawingml/2006/main">
              <a:ext uri="{FF2B5EF4-FFF2-40B4-BE49-F238E27FC236}">
                <a16:creationId xmlns:a16="http://schemas.microsoft.com/office/drawing/2014/main" id="{B411D376-1ADD-4F17-BA7D-C87ACE2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5181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status.warning</a:t>
            </a:r>
          </a:p>
        </p:txBody>
      </p:sp>
      <p:sp>
        <p:nvSpPr>
          <p:cNvPr id="39" name="footer-4">
            <a:extLst xmlns:a="http://schemas.openxmlformats.org/drawingml/2006/main">
              <a:ext uri="{FF2B5EF4-FFF2-40B4-BE49-F238E27FC236}">
                <a16:creationId xmlns:a16="http://schemas.microsoft.com/office/drawing/2014/main" id="{20D7736F-49CC-4035-A6BC-766C389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40" name="page-4">
            <a:extLst xmlns:a="http://schemas.openxmlformats.org/drawingml/2006/main">
              <a:ext uri="{FF2B5EF4-FFF2-40B4-BE49-F238E27FC236}">
                <a16:creationId xmlns:a16="http://schemas.microsoft.com/office/drawing/2014/main" id="{9669AB6E-66B2-4380-BD5E-2A5AC70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7310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eyebrow-5">
            <a:extLst xmlns:a="http://schemas.openxmlformats.org/drawingml/2006/main">
              <a:ext uri="{FF2B5EF4-FFF2-40B4-BE49-F238E27FC236}">
                <a16:creationId xmlns:a16="http://schemas.microsoft.com/office/drawing/2014/main" id="{5B6228D5-B7BF-45CE-A6F5-9CFB51A8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SEMANTIC COLOR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90397D0-48A2-40BA-B1B7-DC697A2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One token name carries the same intent in both modes.</a:t>
            </a:r>
          </a:p>
        </p:txBody>
      </p:sp>
      <p:sp>
        <p:nvSpPr>
          <p:cNvPr id="3" name="semantic-head-a">
            <a:extLst xmlns:a="http://schemas.openxmlformats.org/drawingml/2006/main">
              <a:ext uri="{FF2B5EF4-FFF2-40B4-BE49-F238E27FC236}">
                <a16:creationId xmlns:a16="http://schemas.microsoft.com/office/drawing/2014/main" id="{9F7220AA-18E6-4976-836A-F748D30C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581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TOKEN</a:t>
            </a:r>
          </a:p>
        </p:txBody>
      </p:sp>
      <p:sp>
        <p:nvSpPr>
          <p:cNvPr id="4" name="semantic-head-b">
            <a:extLst xmlns:a="http://schemas.openxmlformats.org/drawingml/2006/main">
              <a:ext uri="{FF2B5EF4-FFF2-40B4-BE49-F238E27FC236}">
                <a16:creationId xmlns:a16="http://schemas.microsoft.com/office/drawing/2014/main" id="{33B17447-082A-4E2E-89E0-8A6365DA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1581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LIGHT</a:t>
            </a:r>
          </a:p>
        </p:txBody>
      </p:sp>
      <p:sp>
        <p:nvSpPr>
          <p:cNvPr id="5" name="semantic-head-c">
            <a:extLst xmlns:a="http://schemas.openxmlformats.org/drawingml/2006/main">
              <a:ext uri="{FF2B5EF4-FFF2-40B4-BE49-F238E27FC236}">
                <a16:creationId xmlns:a16="http://schemas.microsoft.com/office/drawing/2014/main" id="{E5AC7F8D-A5FE-43EC-BC04-98EA1DFD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1581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DARK</a:t>
            </a:r>
          </a:p>
        </p:txBody>
      </p:sp>
      <p:sp>
        <p:nvSpPr>
          <p:cNvPr id="6" name="semantic-head-d">
            <a:extLst xmlns:a="http://schemas.openxmlformats.org/drawingml/2006/main">
              <a:ext uri="{FF2B5EF4-FFF2-40B4-BE49-F238E27FC236}">
                <a16:creationId xmlns:a16="http://schemas.microsoft.com/office/drawing/2014/main" id="{FCF7F13F-91D6-463F-B5F7-2A9E167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15811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PURPOSE</a:t>
            </a:r>
          </a:p>
        </p:txBody>
      </p:sp>
      <p:sp>
        <p:nvSpPr>
          <p:cNvPr id="7" name="token-name-0">
            <a:extLst xmlns:a="http://schemas.openxmlformats.org/drawingml/2006/main">
              <a:ext uri="{FF2B5EF4-FFF2-40B4-BE49-F238E27FC236}">
                <a16:creationId xmlns:a16="http://schemas.microsoft.com/office/drawing/2014/main" id="{DC6A3316-BD10-412C-9EA0-351F46E1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9526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surface.canvas</a:t>
            </a:r>
          </a:p>
        </p:txBody>
      </p:sp>
      <p:sp>
        <p:nvSpPr>
          <p:cNvPr id="8" name="token-light-swatch-0">
            <a:extLst xmlns:a="http://schemas.openxmlformats.org/drawingml/2006/main">
              <a:ext uri="{FF2B5EF4-FFF2-40B4-BE49-F238E27FC236}">
                <a16:creationId xmlns:a16="http://schemas.microsoft.com/office/drawing/2014/main" id="{D3BCE6A4-5ADF-4F70-9A93-F19920BE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19621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9" name="token-light-0">
            <a:extLst xmlns:a="http://schemas.openxmlformats.org/drawingml/2006/main">
              <a:ext uri="{FF2B5EF4-FFF2-40B4-BE49-F238E27FC236}">
                <a16:creationId xmlns:a16="http://schemas.microsoft.com/office/drawing/2014/main" id="{DF3073AE-509A-4DC7-84A4-B73C7852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19526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#FFFFFF</a:t>
            </a:r>
          </a:p>
        </p:txBody>
      </p:sp>
      <p:sp>
        <p:nvSpPr>
          <p:cNvPr id="10" name="token-dark-swatch-0">
            <a:extLst xmlns:a="http://schemas.openxmlformats.org/drawingml/2006/main">
              <a:ext uri="{FF2B5EF4-FFF2-40B4-BE49-F238E27FC236}">
                <a16:creationId xmlns:a16="http://schemas.microsoft.com/office/drawing/2014/main" id="{03F8D23F-84D3-436F-BF33-55EEAEA9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19621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11" name="token-dark-0">
            <a:extLst xmlns:a="http://schemas.openxmlformats.org/drawingml/2006/main">
              <a:ext uri="{FF2B5EF4-FFF2-40B4-BE49-F238E27FC236}">
                <a16:creationId xmlns:a16="http://schemas.microsoft.com/office/drawing/2014/main" id="{6A420864-6FFF-4489-8036-DCC46B09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19526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#17131F</a:t>
            </a:r>
          </a:p>
        </p:txBody>
      </p:sp>
      <p:sp>
        <p:nvSpPr>
          <p:cNvPr id="12" name="token-purpose-0">
            <a:extLst xmlns:a="http://schemas.openxmlformats.org/drawingml/2006/main">
              <a:ext uri="{FF2B5EF4-FFF2-40B4-BE49-F238E27FC236}">
                <a16:creationId xmlns:a16="http://schemas.microsoft.com/office/drawing/2014/main" id="{2CCCD86B-F8F8-42A9-835B-FA1FA44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1952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Primary application background</a:t>
            </a:r>
          </a:p>
        </p:txBody>
      </p:sp>
      <p:sp>
        <p:nvSpPr>
          <p:cNvPr id="13" name="token-bg-1">
            <a:extLst xmlns:a="http://schemas.openxmlformats.org/drawingml/2006/main">
              <a:ext uri="{FF2B5EF4-FFF2-40B4-BE49-F238E27FC236}">
                <a16:creationId xmlns:a16="http://schemas.microsoft.com/office/drawing/2014/main" id="{35333342-C539-4700-B38B-54EA8DEE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86000"/>
            <a:ext cx="10668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ken-name-1">
            <a:extLst xmlns:a="http://schemas.openxmlformats.org/drawingml/2006/main">
              <a:ext uri="{FF2B5EF4-FFF2-40B4-BE49-F238E27FC236}">
                <a16:creationId xmlns:a16="http://schemas.microsoft.com/office/drawing/2014/main" id="{D66B5155-BAD8-4F2C-AE1B-8E8C0E68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3526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surface.subtle</a:t>
            </a:r>
          </a:p>
        </p:txBody>
      </p:sp>
      <p:sp>
        <p:nvSpPr>
          <p:cNvPr id="15" name="token-light-swatch-1">
            <a:extLst xmlns:a="http://schemas.openxmlformats.org/drawingml/2006/main">
              <a:ext uri="{FF2B5EF4-FFF2-40B4-BE49-F238E27FC236}">
                <a16:creationId xmlns:a16="http://schemas.microsoft.com/office/drawing/2014/main" id="{3121D439-DE7D-432E-A25E-E43C976E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3622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16" name="token-light-1">
            <a:extLst xmlns:a="http://schemas.openxmlformats.org/drawingml/2006/main">
              <a:ext uri="{FF2B5EF4-FFF2-40B4-BE49-F238E27FC236}">
                <a16:creationId xmlns:a16="http://schemas.microsoft.com/office/drawing/2014/main" id="{161AD9E6-04EA-42CC-87CF-C90529B6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23526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#F6F2F7</a:t>
            </a:r>
          </a:p>
        </p:txBody>
      </p:sp>
      <p:sp>
        <p:nvSpPr>
          <p:cNvPr id="17" name="token-dark-swatch-1">
            <a:extLst xmlns:a="http://schemas.openxmlformats.org/drawingml/2006/main">
              <a:ext uri="{FF2B5EF4-FFF2-40B4-BE49-F238E27FC236}">
                <a16:creationId xmlns:a16="http://schemas.microsoft.com/office/drawing/2014/main" id="{A9882CD0-1D12-48D8-AA70-F15AF717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3622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18" name="token-dark-1">
            <a:extLst xmlns:a="http://schemas.openxmlformats.org/drawingml/2006/main">
              <a:ext uri="{FF2B5EF4-FFF2-40B4-BE49-F238E27FC236}">
                <a16:creationId xmlns:a16="http://schemas.microsoft.com/office/drawing/2014/main" id="{DA064DB7-C19A-4892-83B7-540D3C40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23526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#211B2A</a:t>
            </a:r>
          </a:p>
        </p:txBody>
      </p:sp>
      <p:sp>
        <p:nvSpPr>
          <p:cNvPr id="19" name="token-purpose-1">
            <a:extLst xmlns:a="http://schemas.openxmlformats.org/drawingml/2006/main">
              <a:ext uri="{FF2B5EF4-FFF2-40B4-BE49-F238E27FC236}">
                <a16:creationId xmlns:a16="http://schemas.microsoft.com/office/drawing/2014/main" id="{DA121534-2667-41A2-AB75-E30EB2FE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3526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Sidebars and grouped settings</a:t>
            </a:r>
          </a:p>
        </p:txBody>
      </p:sp>
      <p:sp>
        <p:nvSpPr>
          <p:cNvPr id="20" name="token-name-2">
            <a:extLst xmlns:a="http://schemas.openxmlformats.org/drawingml/2006/main">
              <a:ext uri="{FF2B5EF4-FFF2-40B4-BE49-F238E27FC236}">
                <a16:creationId xmlns:a16="http://schemas.microsoft.com/office/drawing/2014/main" id="{EC74588F-103F-423F-8169-B13FB3E9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527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surface.raised</a:t>
            </a:r>
          </a:p>
        </p:txBody>
      </p:sp>
      <p:sp>
        <p:nvSpPr>
          <p:cNvPr id="21" name="token-light-swatch-2">
            <a:extLst xmlns:a="http://schemas.openxmlformats.org/drawingml/2006/main">
              <a:ext uri="{FF2B5EF4-FFF2-40B4-BE49-F238E27FC236}">
                <a16:creationId xmlns:a16="http://schemas.microsoft.com/office/drawing/2014/main" id="{E7BBB717-9BB2-4FCA-8E59-B1AEFFD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7622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22" name="token-light-2">
            <a:extLst xmlns:a="http://schemas.openxmlformats.org/drawingml/2006/main">
              <a:ext uri="{FF2B5EF4-FFF2-40B4-BE49-F238E27FC236}">
                <a16:creationId xmlns:a16="http://schemas.microsoft.com/office/drawing/2014/main" id="{3CA2FBCD-F691-4172-A283-12A3317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27527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#FFFFFF</a:t>
            </a:r>
          </a:p>
        </p:txBody>
      </p:sp>
      <p:sp>
        <p:nvSpPr>
          <p:cNvPr id="23" name="token-dark-swatch-2">
            <a:extLst xmlns:a="http://schemas.openxmlformats.org/drawingml/2006/main">
              <a:ext uri="{FF2B5EF4-FFF2-40B4-BE49-F238E27FC236}">
                <a16:creationId xmlns:a16="http://schemas.microsoft.com/office/drawing/2014/main" id="{FC69853E-178A-421B-8BD4-AD222DB5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7622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2336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24" name="token-dark-2">
            <a:extLst xmlns:a="http://schemas.openxmlformats.org/drawingml/2006/main">
              <a:ext uri="{FF2B5EF4-FFF2-40B4-BE49-F238E27FC236}">
                <a16:creationId xmlns:a16="http://schemas.microsoft.com/office/drawing/2014/main" id="{524EB6CE-51B2-4364-ACD9-7EA542FC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27527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#2B2336</a:t>
            </a:r>
          </a:p>
        </p:txBody>
      </p:sp>
      <p:sp>
        <p:nvSpPr>
          <p:cNvPr id="25" name="token-purpose-2">
            <a:extLst xmlns:a="http://schemas.openxmlformats.org/drawingml/2006/main">
              <a:ext uri="{FF2B5EF4-FFF2-40B4-BE49-F238E27FC236}">
                <a16:creationId xmlns:a16="http://schemas.microsoft.com/office/drawing/2014/main" id="{1D7950AA-CD30-427B-B3B4-BCF08F5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7527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Dialogs, menus, elevated panels</a:t>
            </a:r>
          </a:p>
        </p:txBody>
      </p:sp>
      <p:sp>
        <p:nvSpPr>
          <p:cNvPr id="26" name="token-bg-3">
            <a:extLst xmlns:a="http://schemas.openxmlformats.org/drawingml/2006/main">
              <a:ext uri="{FF2B5EF4-FFF2-40B4-BE49-F238E27FC236}">
                <a16:creationId xmlns:a16="http://schemas.microsoft.com/office/drawing/2014/main" id="{571230E3-CE9B-469B-9CCA-26659CE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86100"/>
            <a:ext cx="10668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ken-name-3">
            <a:extLst xmlns:a="http://schemas.openxmlformats.org/drawingml/2006/main">
              <a:ext uri="{FF2B5EF4-FFF2-40B4-BE49-F238E27FC236}">
                <a16:creationId xmlns:a16="http://schemas.microsoft.com/office/drawing/2014/main" id="{D20047D4-2E16-4C6C-BFF4-EE84483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text.primary</a:t>
            </a:r>
          </a:p>
        </p:txBody>
      </p:sp>
      <p:sp>
        <p:nvSpPr>
          <p:cNvPr id="28" name="token-light-swatch-3">
            <a:extLst xmlns:a="http://schemas.openxmlformats.org/drawingml/2006/main">
              <a:ext uri="{FF2B5EF4-FFF2-40B4-BE49-F238E27FC236}">
                <a16:creationId xmlns:a16="http://schemas.microsoft.com/office/drawing/2014/main" id="{DA09A2E4-0A1B-4F49-B49A-432555FA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1623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29" name="token-light-3">
            <a:extLst xmlns:a="http://schemas.openxmlformats.org/drawingml/2006/main">
              <a:ext uri="{FF2B5EF4-FFF2-40B4-BE49-F238E27FC236}">
                <a16:creationId xmlns:a16="http://schemas.microsoft.com/office/drawing/2014/main" id="{6A1A6B1C-ED9C-4A22-AFEA-F9081BE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1527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#17131F</a:t>
            </a:r>
          </a:p>
        </p:txBody>
      </p:sp>
      <p:sp>
        <p:nvSpPr>
          <p:cNvPr id="30" name="token-dark-swatch-3">
            <a:extLst xmlns:a="http://schemas.openxmlformats.org/drawingml/2006/main">
              <a:ext uri="{FF2B5EF4-FFF2-40B4-BE49-F238E27FC236}">
                <a16:creationId xmlns:a16="http://schemas.microsoft.com/office/drawing/2014/main" id="{52C50833-2776-48E3-9488-B7A2F6FE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1623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31" name="token-dark-3">
            <a:extLst xmlns:a="http://schemas.openxmlformats.org/drawingml/2006/main">
              <a:ext uri="{FF2B5EF4-FFF2-40B4-BE49-F238E27FC236}">
                <a16:creationId xmlns:a16="http://schemas.microsoft.com/office/drawing/2014/main" id="{DF1F0E2E-993D-45E5-9D5F-8A4A587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31527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#F6F2F7</a:t>
            </a:r>
          </a:p>
        </p:txBody>
      </p:sp>
      <p:sp>
        <p:nvSpPr>
          <p:cNvPr id="32" name="token-purpose-3">
            <a:extLst xmlns:a="http://schemas.openxmlformats.org/drawingml/2006/main">
              <a:ext uri="{FF2B5EF4-FFF2-40B4-BE49-F238E27FC236}">
                <a16:creationId xmlns:a16="http://schemas.microsoft.com/office/drawing/2014/main" id="{009D8320-8731-43D0-BD09-1A35DB6C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31527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Headings, values, body copy</a:t>
            </a:r>
          </a:p>
        </p:txBody>
      </p:sp>
      <p:sp>
        <p:nvSpPr>
          <p:cNvPr id="33" name="token-name-4">
            <a:extLst xmlns:a="http://schemas.openxmlformats.org/drawingml/2006/main">
              <a:ext uri="{FF2B5EF4-FFF2-40B4-BE49-F238E27FC236}">
                <a16:creationId xmlns:a16="http://schemas.microsoft.com/office/drawing/2014/main" id="{7FCE7CDD-02F5-4C1C-95A9-1DC70A1C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5528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text.secondary</a:t>
            </a:r>
          </a:p>
        </p:txBody>
      </p:sp>
      <p:sp>
        <p:nvSpPr>
          <p:cNvPr id="34" name="token-light-swatch-4">
            <a:extLst xmlns:a="http://schemas.openxmlformats.org/drawingml/2006/main">
              <a:ext uri="{FF2B5EF4-FFF2-40B4-BE49-F238E27FC236}">
                <a16:creationId xmlns:a16="http://schemas.microsoft.com/office/drawing/2014/main" id="{89B7DF63-FB3C-4BE3-A124-DFA0E858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5623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F576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35" name="token-light-4">
            <a:extLst xmlns:a="http://schemas.openxmlformats.org/drawingml/2006/main">
              <a:ext uri="{FF2B5EF4-FFF2-40B4-BE49-F238E27FC236}">
                <a16:creationId xmlns:a16="http://schemas.microsoft.com/office/drawing/2014/main" id="{B24EC1F3-CABA-4E98-8D63-B74E7AD1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5528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#5F5767</a:t>
            </a:r>
          </a:p>
        </p:txBody>
      </p:sp>
      <p:sp>
        <p:nvSpPr>
          <p:cNvPr id="36" name="token-dark-swatch-4">
            <a:extLst xmlns:a="http://schemas.openxmlformats.org/drawingml/2006/main">
              <a:ext uri="{FF2B5EF4-FFF2-40B4-BE49-F238E27FC236}">
                <a16:creationId xmlns:a16="http://schemas.microsoft.com/office/drawing/2014/main" id="{A4947AE7-86EC-4767-88BB-61B4E8CD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5623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FC5D3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37" name="token-dark-4">
            <a:extLst xmlns:a="http://schemas.openxmlformats.org/drawingml/2006/main">
              <a:ext uri="{FF2B5EF4-FFF2-40B4-BE49-F238E27FC236}">
                <a16:creationId xmlns:a16="http://schemas.microsoft.com/office/drawing/2014/main" id="{A91B3A5C-E695-4306-B339-613C41E7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35528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#CFC5D3</a:t>
            </a:r>
          </a:p>
        </p:txBody>
      </p:sp>
      <p:sp>
        <p:nvSpPr>
          <p:cNvPr id="38" name="token-purpose-4">
            <a:extLst xmlns:a="http://schemas.openxmlformats.org/drawingml/2006/main">
              <a:ext uri="{FF2B5EF4-FFF2-40B4-BE49-F238E27FC236}">
                <a16:creationId xmlns:a16="http://schemas.microsoft.com/office/drawing/2014/main" id="{DDFE7D7F-F17E-42C4-B18E-2D7BD19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3552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Descriptions and secondary labels</a:t>
            </a:r>
          </a:p>
        </p:txBody>
      </p:sp>
      <p:sp>
        <p:nvSpPr>
          <p:cNvPr id="39" name="token-bg-5">
            <a:extLst xmlns:a="http://schemas.openxmlformats.org/drawingml/2006/main">
              <a:ext uri="{FF2B5EF4-FFF2-40B4-BE49-F238E27FC236}">
                <a16:creationId xmlns:a16="http://schemas.microsoft.com/office/drawing/2014/main" id="{AAEB1D80-E357-4750-9351-169564CB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86200"/>
            <a:ext cx="10668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oken-name-5">
            <a:extLst xmlns:a="http://schemas.openxmlformats.org/drawingml/2006/main">
              <a:ext uri="{FF2B5EF4-FFF2-40B4-BE49-F238E27FC236}">
                <a16:creationId xmlns:a16="http://schemas.microsoft.com/office/drawing/2014/main" id="{0CEDD149-FDF4-4023-B1C5-EF18D306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952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border.subtle</a:t>
            </a:r>
          </a:p>
        </p:txBody>
      </p:sp>
      <p:sp>
        <p:nvSpPr>
          <p:cNvPr id="41" name="token-light-swatch-5">
            <a:extLst xmlns:a="http://schemas.openxmlformats.org/drawingml/2006/main">
              <a:ext uri="{FF2B5EF4-FFF2-40B4-BE49-F238E27FC236}">
                <a16:creationId xmlns:a16="http://schemas.microsoft.com/office/drawing/2014/main" id="{07A072B3-C4FC-44D4-991E-8B1E53DD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9624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42" name="token-light-5">
            <a:extLst xmlns:a="http://schemas.openxmlformats.org/drawingml/2006/main">
              <a:ext uri="{FF2B5EF4-FFF2-40B4-BE49-F238E27FC236}">
                <a16:creationId xmlns:a16="http://schemas.microsoft.com/office/drawing/2014/main" id="{9B39896D-908C-47FA-979F-739F4F3B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9528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#E8DFEB</a:t>
            </a:r>
          </a:p>
        </p:txBody>
      </p:sp>
      <p:sp>
        <p:nvSpPr>
          <p:cNvPr id="43" name="token-dark-swatch-5">
            <a:extLst xmlns:a="http://schemas.openxmlformats.org/drawingml/2006/main">
              <a:ext uri="{FF2B5EF4-FFF2-40B4-BE49-F238E27FC236}">
                <a16:creationId xmlns:a16="http://schemas.microsoft.com/office/drawing/2014/main" id="{2D819FCB-CEAB-4BA2-87DF-71FED7A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9624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B3E57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44" name="token-dark-5">
            <a:extLst xmlns:a="http://schemas.openxmlformats.org/drawingml/2006/main">
              <a:ext uri="{FF2B5EF4-FFF2-40B4-BE49-F238E27FC236}">
                <a16:creationId xmlns:a16="http://schemas.microsoft.com/office/drawing/2014/main" id="{9F7E468E-7ADE-402A-910F-83EB4EBB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39528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#4B3E57</a:t>
            </a:r>
          </a:p>
        </p:txBody>
      </p:sp>
      <p:sp>
        <p:nvSpPr>
          <p:cNvPr id="45" name="token-purpose-5">
            <a:extLst xmlns:a="http://schemas.openxmlformats.org/drawingml/2006/main">
              <a:ext uri="{FF2B5EF4-FFF2-40B4-BE49-F238E27FC236}">
                <a16:creationId xmlns:a16="http://schemas.microsoft.com/office/drawing/2014/main" id="{F82D3399-BCC7-488E-AFFA-0AF7E50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39528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Dividers and quiet structure</a:t>
            </a:r>
          </a:p>
        </p:txBody>
      </p:sp>
      <p:sp>
        <p:nvSpPr>
          <p:cNvPr id="46" name="token-name-6">
            <a:extLst xmlns:a="http://schemas.openxmlformats.org/drawingml/2006/main">
              <a:ext uri="{FF2B5EF4-FFF2-40B4-BE49-F238E27FC236}">
                <a16:creationId xmlns:a16="http://schemas.microsoft.com/office/drawing/2014/main" id="{3FED61BF-164E-431F-AE0D-C2DF39E8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3529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border.strong</a:t>
            </a:r>
          </a:p>
        </p:txBody>
      </p:sp>
      <p:sp>
        <p:nvSpPr>
          <p:cNvPr id="47" name="token-light-swatch-6">
            <a:extLst xmlns:a="http://schemas.openxmlformats.org/drawingml/2006/main">
              <a:ext uri="{FF2B5EF4-FFF2-40B4-BE49-F238E27FC236}">
                <a16:creationId xmlns:a16="http://schemas.microsoft.com/office/drawing/2014/main" id="{A185CC1D-E831-4346-8E64-53433813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3624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48" name="token-light-6">
            <a:extLst xmlns:a="http://schemas.openxmlformats.org/drawingml/2006/main">
              <a:ext uri="{FF2B5EF4-FFF2-40B4-BE49-F238E27FC236}">
                <a16:creationId xmlns:a16="http://schemas.microsoft.com/office/drawing/2014/main" id="{E764BBE3-6119-40AF-90F5-0B8377FB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43529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#6F4F84</a:t>
            </a:r>
          </a:p>
        </p:txBody>
      </p:sp>
      <p:sp>
        <p:nvSpPr>
          <p:cNvPr id="49" name="token-dark-swatch-6">
            <a:extLst xmlns:a="http://schemas.openxmlformats.org/drawingml/2006/main">
              <a:ext uri="{FF2B5EF4-FFF2-40B4-BE49-F238E27FC236}">
                <a16:creationId xmlns:a16="http://schemas.microsoft.com/office/drawing/2014/main" id="{0A4D489A-3111-4B39-831E-10465A3D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43624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D6A8D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50" name="token-dark-6">
            <a:extLst xmlns:a="http://schemas.openxmlformats.org/drawingml/2006/main">
              <a:ext uri="{FF2B5EF4-FFF2-40B4-BE49-F238E27FC236}">
                <a16:creationId xmlns:a16="http://schemas.microsoft.com/office/drawing/2014/main" id="{D5CBB919-10F2-496E-8615-07549936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43529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#7D6A8D</a:t>
            </a:r>
          </a:p>
        </p:txBody>
      </p:sp>
      <p:sp>
        <p:nvSpPr>
          <p:cNvPr id="51" name="token-purpose-6">
            <a:extLst xmlns:a="http://schemas.openxmlformats.org/drawingml/2006/main">
              <a:ext uri="{FF2B5EF4-FFF2-40B4-BE49-F238E27FC236}">
                <a16:creationId xmlns:a16="http://schemas.microsoft.com/office/drawing/2014/main" id="{A7F6C391-509F-467B-9C49-A404D0A1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4352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Focus and essential boundaries</a:t>
            </a:r>
          </a:p>
        </p:txBody>
      </p:sp>
      <p:sp>
        <p:nvSpPr>
          <p:cNvPr id="52" name="token-bg-7">
            <a:extLst xmlns:a="http://schemas.openxmlformats.org/drawingml/2006/main">
              <a:ext uri="{FF2B5EF4-FFF2-40B4-BE49-F238E27FC236}">
                <a16:creationId xmlns:a16="http://schemas.microsoft.com/office/drawing/2014/main" id="{712C4473-EC68-4854-A30E-8C5CEAFC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86300"/>
            <a:ext cx="10668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oken-name-7">
            <a:extLst xmlns:a="http://schemas.openxmlformats.org/drawingml/2006/main">
              <a:ext uri="{FF2B5EF4-FFF2-40B4-BE49-F238E27FC236}">
                <a16:creationId xmlns:a16="http://schemas.microsoft.com/office/drawing/2014/main" id="{160EEC8F-5C42-4476-AC61-449FF2CA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7529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action.primary</a:t>
            </a:r>
          </a:p>
        </p:txBody>
      </p:sp>
      <p:sp>
        <p:nvSpPr>
          <p:cNvPr id="54" name="token-light-swatch-7">
            <a:extLst xmlns:a="http://schemas.openxmlformats.org/drawingml/2006/main">
              <a:ext uri="{FF2B5EF4-FFF2-40B4-BE49-F238E27FC236}">
                <a16:creationId xmlns:a16="http://schemas.microsoft.com/office/drawing/2014/main" id="{5B9B7832-2575-4865-BAD5-1E9F4516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7625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55" name="token-light-7">
            <a:extLst xmlns:a="http://schemas.openxmlformats.org/drawingml/2006/main">
              <a:ext uri="{FF2B5EF4-FFF2-40B4-BE49-F238E27FC236}">
                <a16:creationId xmlns:a16="http://schemas.microsoft.com/office/drawing/2014/main" id="{F08ACD66-1117-4FE5-A953-03E9D68C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47529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#3A2D64</a:t>
            </a:r>
          </a:p>
        </p:txBody>
      </p:sp>
      <p:sp>
        <p:nvSpPr>
          <p:cNvPr id="56" name="token-dark-swatch-7">
            <a:extLst xmlns:a="http://schemas.openxmlformats.org/drawingml/2006/main">
              <a:ext uri="{FF2B5EF4-FFF2-40B4-BE49-F238E27FC236}">
                <a16:creationId xmlns:a16="http://schemas.microsoft.com/office/drawing/2014/main" id="{74363315-E367-47F0-BCD4-C1A6B0F4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47625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57" name="token-dark-7">
            <a:extLst xmlns:a="http://schemas.openxmlformats.org/drawingml/2006/main">
              <a:ext uri="{FF2B5EF4-FFF2-40B4-BE49-F238E27FC236}">
                <a16:creationId xmlns:a16="http://schemas.microsoft.com/office/drawing/2014/main" id="{75C50E04-8B19-482A-BE60-479A4801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47529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#CE84B7</a:t>
            </a:r>
          </a:p>
        </p:txBody>
      </p:sp>
      <p:sp>
        <p:nvSpPr>
          <p:cNvPr id="58" name="token-purpose-7">
            <a:extLst xmlns:a="http://schemas.openxmlformats.org/drawingml/2006/main">
              <a:ext uri="{FF2B5EF4-FFF2-40B4-BE49-F238E27FC236}">
                <a16:creationId xmlns:a16="http://schemas.microsoft.com/office/drawing/2014/main" id="{154B5FAA-1F4D-4496-8121-3F0B07D3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47529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Decisive primary action</a:t>
            </a:r>
          </a:p>
        </p:txBody>
      </p:sp>
      <p:sp>
        <p:nvSpPr>
          <p:cNvPr id="59" name="token-name-8">
            <a:extLst xmlns:a="http://schemas.openxmlformats.org/drawingml/2006/main">
              <a:ext uri="{FF2B5EF4-FFF2-40B4-BE49-F238E27FC236}">
                <a16:creationId xmlns:a16="http://schemas.microsoft.com/office/drawing/2014/main" id="{25E39846-DE46-4329-9773-11A42384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1530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action.primary.hover</a:t>
            </a:r>
          </a:p>
        </p:txBody>
      </p:sp>
      <p:sp>
        <p:nvSpPr>
          <p:cNvPr id="60" name="token-light-swatch-8">
            <a:extLst xmlns:a="http://schemas.openxmlformats.org/drawingml/2006/main">
              <a:ext uri="{FF2B5EF4-FFF2-40B4-BE49-F238E27FC236}">
                <a16:creationId xmlns:a16="http://schemas.microsoft.com/office/drawing/2014/main" id="{EF91C679-4230-4F58-8904-9939EF28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1625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B3A7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61" name="token-light-8">
            <a:extLst xmlns:a="http://schemas.openxmlformats.org/drawingml/2006/main">
              <a:ext uri="{FF2B5EF4-FFF2-40B4-BE49-F238E27FC236}">
                <a16:creationId xmlns:a16="http://schemas.microsoft.com/office/drawing/2014/main" id="{1A1C534E-FEAF-4E23-8C70-C91EB470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51530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#4B3A77</a:t>
            </a:r>
          </a:p>
        </p:txBody>
      </p:sp>
      <p:sp>
        <p:nvSpPr>
          <p:cNvPr id="62" name="token-dark-swatch-8">
            <a:extLst xmlns:a="http://schemas.openxmlformats.org/drawingml/2006/main">
              <a:ext uri="{FF2B5EF4-FFF2-40B4-BE49-F238E27FC236}">
                <a16:creationId xmlns:a16="http://schemas.microsoft.com/office/drawing/2014/main" id="{139FEFB8-40DD-4825-89F3-EDCAD49A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516255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9AC5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63" name="token-dark-8">
            <a:extLst xmlns:a="http://schemas.openxmlformats.org/drawingml/2006/main">
              <a:ext uri="{FF2B5EF4-FFF2-40B4-BE49-F238E27FC236}">
                <a16:creationId xmlns:a16="http://schemas.microsoft.com/office/drawing/2014/main" id="{8D79B554-631B-4554-BF1D-B9F9D8B0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515302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#D99AC5</a:t>
            </a:r>
          </a:p>
        </p:txBody>
      </p:sp>
      <p:sp>
        <p:nvSpPr>
          <p:cNvPr id="64" name="token-purpose-8">
            <a:extLst xmlns:a="http://schemas.openxmlformats.org/drawingml/2006/main">
              <a:ext uri="{FF2B5EF4-FFF2-40B4-BE49-F238E27FC236}">
                <a16:creationId xmlns:a16="http://schemas.microsoft.com/office/drawing/2014/main" id="{241C8258-576A-494E-AD25-4AEF6D3A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5153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Pointer hover</a:t>
            </a:r>
          </a:p>
        </p:txBody>
      </p:sp>
      <p:sp>
        <p:nvSpPr>
          <p:cNvPr id="65" name="token-bg-9">
            <a:extLst xmlns:a="http://schemas.openxmlformats.org/drawingml/2006/main">
              <a:ext uri="{FF2B5EF4-FFF2-40B4-BE49-F238E27FC236}">
                <a16:creationId xmlns:a16="http://schemas.microsoft.com/office/drawing/2014/main" id="{777A0170-A1BC-444D-B60C-9151A36D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86400"/>
            <a:ext cx="10668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oken-name-9">
            <a:extLst xmlns:a="http://schemas.openxmlformats.org/drawingml/2006/main">
              <a:ext uri="{FF2B5EF4-FFF2-40B4-BE49-F238E27FC236}">
                <a16:creationId xmlns:a16="http://schemas.microsoft.com/office/drawing/2014/main" id="{641B76E6-2DB0-4FF7-A235-F2FE784E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5530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action.primary.pressed</a:t>
            </a:r>
          </a:p>
        </p:txBody>
      </p:sp>
      <p:sp>
        <p:nvSpPr>
          <p:cNvPr id="67" name="token-light-swatch-9">
            <a:extLst xmlns:a="http://schemas.openxmlformats.org/drawingml/2006/main">
              <a:ext uri="{FF2B5EF4-FFF2-40B4-BE49-F238E27FC236}">
                <a16:creationId xmlns:a16="http://schemas.microsoft.com/office/drawing/2014/main" id="{09D3CD8E-5132-4EF3-BE11-87038721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5626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214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68" name="token-light-9">
            <a:extLst xmlns:a="http://schemas.openxmlformats.org/drawingml/2006/main">
              <a:ext uri="{FF2B5EF4-FFF2-40B4-BE49-F238E27FC236}">
                <a16:creationId xmlns:a16="http://schemas.microsoft.com/office/drawing/2014/main" id="{85D4C099-4E5C-4F41-8C69-060B847B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55530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#2B214F</a:t>
            </a:r>
          </a:p>
        </p:txBody>
      </p:sp>
      <p:sp>
        <p:nvSpPr>
          <p:cNvPr id="69" name="token-dark-swatch-9">
            <a:extLst xmlns:a="http://schemas.openxmlformats.org/drawingml/2006/main">
              <a:ext uri="{FF2B5EF4-FFF2-40B4-BE49-F238E27FC236}">
                <a16:creationId xmlns:a16="http://schemas.microsoft.com/office/drawing/2014/main" id="{676549B8-8948-4B66-B997-2F2C97E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5562600"/>
            <a:ext cx="190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76CA0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70" name="token-dark-9">
            <a:extLst xmlns:a="http://schemas.openxmlformats.org/drawingml/2006/main">
              <a:ext uri="{FF2B5EF4-FFF2-40B4-BE49-F238E27FC236}">
                <a16:creationId xmlns:a16="http://schemas.microsoft.com/office/drawing/2014/main" id="{C52F5F5D-7BB9-4EFA-A7C9-2793C0EE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55530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7131F"/>
                </a:solidFill>
                <a:latin typeface="Courier New"/>
                <a:ea typeface="Courier New"/>
                <a:cs typeface="Courier New"/>
              </a:rPr>
              <a:t>#B76CA0</a:t>
            </a:r>
          </a:p>
        </p:txBody>
      </p:sp>
      <p:sp>
        <p:nvSpPr>
          <p:cNvPr id="71" name="token-purpose-9">
            <a:extLst xmlns:a="http://schemas.openxmlformats.org/drawingml/2006/main">
              <a:ext uri="{FF2B5EF4-FFF2-40B4-BE49-F238E27FC236}">
                <a16:creationId xmlns:a16="http://schemas.microsoft.com/office/drawing/2014/main" id="{C3D4F4A0-2B6F-4107-877B-2D7A5C6F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55530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Pressed / active</a:t>
            </a:r>
          </a:p>
        </p:txBody>
      </p:sp>
      <p:sp>
        <p:nvSpPr>
          <p:cNvPr id="72" name="footer-5">
            <a:extLst xmlns:a="http://schemas.openxmlformats.org/drawingml/2006/main">
              <a:ext uri="{FF2B5EF4-FFF2-40B4-BE49-F238E27FC236}">
                <a16:creationId xmlns:a16="http://schemas.microsoft.com/office/drawing/2014/main" id="{D4E39AAD-C0C4-4B77-BB84-1834F6D0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73" name="page-5">
            <a:extLst xmlns:a="http://schemas.openxmlformats.org/drawingml/2006/main">
              <a:ext uri="{FF2B5EF4-FFF2-40B4-BE49-F238E27FC236}">
                <a16:creationId xmlns:a16="http://schemas.microsoft.com/office/drawing/2014/main" id="{E9A1ACBF-E8D1-46BF-A83A-60E8BDC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9919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6">
            <a:extLst xmlns:a="http://schemas.openxmlformats.org/drawingml/2006/main">
              <a:ext uri="{FF2B5EF4-FFF2-40B4-BE49-F238E27FC236}">
                <a16:creationId xmlns:a16="http://schemas.microsoft.com/office/drawing/2014/main" id="{4AD12975-7305-4C02-AD75-78990A03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LIGHT AND DARK MODES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FC0E87D-459B-4DD1-997C-6B6BE8B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Dark mode is a remapping, not an inversion.</a:t>
            </a:r>
          </a:p>
        </p:txBody>
      </p:sp>
      <p:sp>
        <p:nvSpPr>
          <p:cNvPr id="3" name="light-frame">
            <a:extLst xmlns:a="http://schemas.openxmlformats.org/drawingml/2006/main">
              <a:ext uri="{FF2B5EF4-FFF2-40B4-BE49-F238E27FC236}">
                <a16:creationId xmlns:a16="http://schemas.microsoft.com/office/drawing/2014/main" id="{B951BBE6-E749-46C9-A482-F43F5565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33550"/>
            <a:ext cx="51054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dark-frame">
            <a:extLst xmlns:a="http://schemas.openxmlformats.org/drawingml/2006/main">
              <a:ext uri="{FF2B5EF4-FFF2-40B4-BE49-F238E27FC236}">
                <a16:creationId xmlns:a16="http://schemas.microsoft.com/office/drawing/2014/main" id="{0E717E94-F8F4-43B2-9CFB-A51DFA2A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1733550"/>
            <a:ext cx="51054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9525">
            <a:solidFill>
              <a:srgbClr val="4B3E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light-label">
            <a:extLst xmlns:a="http://schemas.openxmlformats.org/drawingml/2006/main">
              <a:ext uri="{FF2B5EF4-FFF2-40B4-BE49-F238E27FC236}">
                <a16:creationId xmlns:a16="http://schemas.microsoft.com/office/drawing/2014/main" id="{94BD2024-2619-4078-B443-283551D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952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LIGHT</a:t>
            </a:r>
          </a:p>
        </p:txBody>
      </p:sp>
      <p:sp>
        <p:nvSpPr>
          <p:cNvPr id="6" name="dark-label">
            <a:extLst xmlns:a="http://schemas.openxmlformats.org/drawingml/2006/main">
              <a:ext uri="{FF2B5EF4-FFF2-40B4-BE49-F238E27FC236}">
                <a16:creationId xmlns:a16="http://schemas.microsoft.com/office/drawing/2014/main" id="{D9D70558-FAB9-43B6-9E52-4BA32473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1952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DARK</a:t>
            </a:r>
          </a:p>
        </p:txBody>
      </p:sp>
      <p:sp>
        <p:nvSpPr>
          <p:cNvPr id="7" name="mode-sidebar-0">
            <a:extLst xmlns:a="http://schemas.openxmlformats.org/drawingml/2006/main">
              <a:ext uri="{FF2B5EF4-FFF2-40B4-BE49-F238E27FC236}">
                <a16:creationId xmlns:a16="http://schemas.microsoft.com/office/drawing/2014/main" id="{93CA5B80-89EA-44BA-8603-2B6966C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305050"/>
            <a:ext cx="1428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e-nav-0">
            <a:extLst xmlns:a="http://schemas.openxmlformats.org/drawingml/2006/main">
              <a:ext uri="{FF2B5EF4-FFF2-40B4-BE49-F238E27FC236}">
                <a16:creationId xmlns:a16="http://schemas.microsoft.com/office/drawing/2014/main" id="{FF4F3B9F-BA22-49EC-AC40-07117FC3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590800"/>
            <a:ext cx="104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1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PREPARE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050" b="1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050" b="1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DEVICE</a:t>
            </a:r>
          </a:p>
        </p:txBody>
      </p:sp>
      <p:sp>
        <p:nvSpPr>
          <p:cNvPr id="9" name="mode-title-0">
            <a:extLst xmlns:a="http://schemas.openxmlformats.org/drawingml/2006/main">
              <a:ext uri="{FF2B5EF4-FFF2-40B4-BE49-F238E27FC236}">
                <a16:creationId xmlns:a16="http://schemas.microsoft.com/office/drawing/2014/main" id="{A80D521C-2162-499D-82BC-E9412388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247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Print settings</a:t>
            </a:r>
          </a:p>
        </p:txBody>
      </p:sp>
      <p:sp>
        <p:nvSpPr>
          <p:cNvPr id="10" name="mode-copy-0">
            <a:extLst xmlns:a="http://schemas.openxmlformats.org/drawingml/2006/main">
              <a:ext uri="{FF2B5EF4-FFF2-40B4-BE49-F238E27FC236}">
                <a16:creationId xmlns:a16="http://schemas.microsoft.com/office/drawing/2014/main" id="{E1ECD4EB-4AA5-4783-BB72-A8A67826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30480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Quality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0.20 mm Standard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Material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PLA / Violet</a:t>
            </a:r>
          </a:p>
        </p:txBody>
      </p:sp>
      <p:sp>
        <p:nvSpPr>
          <p:cNvPr id="11" name="button-Slice &amp; print-382-510">
            <a:extLst xmlns:a="http://schemas.openxmlformats.org/drawingml/2006/main">
              <a:ext uri="{FF2B5EF4-FFF2-40B4-BE49-F238E27FC236}">
                <a16:creationId xmlns:a16="http://schemas.microsoft.com/office/drawing/2014/main" id="{2D414A81-5565-4B27-911D-CD1DE70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857750"/>
            <a:ext cx="1638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tton-text-Slice &amp; print-382-510">
            <a:extLst xmlns:a="http://schemas.openxmlformats.org/drawingml/2006/main">
              <a:ext uri="{FF2B5EF4-FFF2-40B4-BE49-F238E27FC236}">
                <a16:creationId xmlns:a16="http://schemas.microsoft.com/office/drawing/2014/main" id="{7CE7B7AA-3E43-4510-99FF-E1D85521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9625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Slice &amp; print</a:t>
            </a:r>
          </a:p>
        </p:txBody>
      </p:sp>
      <p:sp>
        <p:nvSpPr>
          <p:cNvPr id="13" name="mode-sidebar-1">
            <a:extLst xmlns:a="http://schemas.openxmlformats.org/drawingml/2006/main">
              <a:ext uri="{FF2B5EF4-FFF2-40B4-BE49-F238E27FC236}">
                <a16:creationId xmlns:a16="http://schemas.microsoft.com/office/drawing/2014/main" id="{FBC59155-A0E1-4D5D-A0C9-7F032E0F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2305050"/>
            <a:ext cx="1428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-nav-1">
            <a:extLst xmlns:a="http://schemas.openxmlformats.org/drawingml/2006/main">
              <a:ext uri="{FF2B5EF4-FFF2-40B4-BE49-F238E27FC236}">
                <a16:creationId xmlns:a16="http://schemas.microsoft.com/office/drawing/2014/main" id="{F85282CF-C4A6-4F70-A96C-24ADC19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2590800"/>
            <a:ext cx="104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PREPARE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050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050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DEVICE</a:t>
            </a:r>
          </a:p>
        </p:txBody>
      </p:sp>
      <p:sp>
        <p:nvSpPr>
          <p:cNvPr id="15" name="mode-title-1">
            <a:extLst xmlns:a="http://schemas.openxmlformats.org/drawingml/2006/main">
              <a:ext uri="{FF2B5EF4-FFF2-40B4-BE49-F238E27FC236}">
                <a16:creationId xmlns:a16="http://schemas.microsoft.com/office/drawing/2014/main" id="{FF651274-7CA1-4178-819C-F21F229B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47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rPr>
              <a:t>Print settings</a:t>
            </a:r>
          </a:p>
        </p:txBody>
      </p:sp>
      <p:sp>
        <p:nvSpPr>
          <p:cNvPr id="16" name="mode-copy-1">
            <a:extLst xmlns:a="http://schemas.openxmlformats.org/drawingml/2006/main">
              <a:ext uri="{FF2B5EF4-FFF2-40B4-BE49-F238E27FC236}">
                <a16:creationId xmlns:a16="http://schemas.microsoft.com/office/drawing/2014/main" id="{1D56F74D-E537-46F7-92B2-61DD4963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30480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Quality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0.20 mm Standard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Material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PLA / Violet</a:t>
            </a:r>
          </a:p>
        </p:txBody>
      </p:sp>
      <p:sp>
        <p:nvSpPr>
          <p:cNvPr id="17" name="button-Slice &amp; print-950-510">
            <a:extLst xmlns:a="http://schemas.openxmlformats.org/drawingml/2006/main">
              <a:ext uri="{FF2B5EF4-FFF2-40B4-BE49-F238E27FC236}">
                <a16:creationId xmlns:a16="http://schemas.microsoft.com/office/drawing/2014/main" id="{C09873E0-9BAC-400F-AEE4-939A979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4857750"/>
            <a:ext cx="1638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tton-text-Slice &amp; print-950-510">
            <a:extLst xmlns:a="http://schemas.openxmlformats.org/drawingml/2006/main">
              <a:ext uri="{FF2B5EF4-FFF2-40B4-BE49-F238E27FC236}">
                <a16:creationId xmlns:a16="http://schemas.microsoft.com/office/drawing/2014/main" id="{BAC8B412-E98E-452E-9F65-6BFC69B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49625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Slice &amp; print</a:t>
            </a:r>
          </a:p>
        </p:txBody>
      </p:sp>
      <p:sp>
        <p:nvSpPr>
          <p:cNvPr id="19" name="mode-note">
            <a:extLst xmlns:a="http://schemas.openxmlformats.org/drawingml/2006/main">
              <a:ext uri="{FF2B5EF4-FFF2-40B4-BE49-F238E27FC236}">
                <a16:creationId xmlns:a16="http://schemas.microsoft.com/office/drawing/2014/main" id="{6B7437EE-6488-4881-90D2-EA163BB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962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rPr>
              <a:t>Use lighter brand color on dark surfaces; preserve hierarchy, density, and component geometry.</a:t>
            </a:r>
          </a:p>
        </p:txBody>
      </p:sp>
      <p:sp>
        <p:nvSpPr>
          <p:cNvPr id="20" name="footer-6">
            <a:extLst xmlns:a="http://schemas.openxmlformats.org/drawingml/2006/main">
              <a:ext uri="{FF2B5EF4-FFF2-40B4-BE49-F238E27FC236}">
                <a16:creationId xmlns:a16="http://schemas.microsoft.com/office/drawing/2014/main" id="{230E5535-29F5-40D2-BC1C-790A8A46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21" name="page-6">
            <a:extLst xmlns:a="http://schemas.openxmlformats.org/drawingml/2006/main">
              <a:ext uri="{FF2B5EF4-FFF2-40B4-BE49-F238E27FC236}">
                <a16:creationId xmlns:a16="http://schemas.microsoft.com/office/drawing/2014/main" id="{B51E7759-1BF1-4AAC-B340-BA1047F5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19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7">
            <a:extLst xmlns:a="http://schemas.openxmlformats.org/drawingml/2006/main">
              <a:ext uri="{FF2B5EF4-FFF2-40B4-BE49-F238E27FC236}">
                <a16:creationId xmlns:a16="http://schemas.microsoft.com/office/drawing/2014/main" id="{7AF67D31-DD14-4A97-8318-B15D9024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ACCESSIBILITY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842CACC-D1A9-40F9-A36F-CD437BEF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Contrast and visible states are part of the specification.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A9E9D697-9D09-4025-9E18-E880860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12.07:1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8FE87EF2-1A7C-4FD1-B33E-6555B41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476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Orbit / White</a:t>
            </a:r>
          </a:p>
        </p:txBody>
      </p:sp>
      <p:sp>
        <p:nvSpPr>
          <p:cNvPr id="5" name="metric-use-0">
            <a:extLst xmlns:a="http://schemas.openxmlformats.org/drawingml/2006/main">
              <a:ext uri="{FF2B5EF4-FFF2-40B4-BE49-F238E27FC236}">
                <a16:creationId xmlns:a16="http://schemas.microsoft.com/office/drawing/2014/main" id="{3D1539D3-024A-48F9-9542-66FDCDCE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7813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Primary light button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87D3462F-A45C-4D48-9AEA-7F271B75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1866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B76CA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B76CA0"/>
                </a:solidFill>
                <a:latin typeface="HarmonyOS Sans SC"/>
                <a:ea typeface="HarmonyOS Sans SC"/>
                <a:cs typeface="HarmonyOS Sans SC"/>
              </a:rPr>
              <a:t>6.62:1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D73377B-476F-4CF3-9378-97CBA60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2476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Bloom / Ink</a:t>
            </a:r>
          </a:p>
        </p:txBody>
      </p:sp>
      <p:sp>
        <p:nvSpPr>
          <p:cNvPr id="8" name="metric-use-1">
            <a:extLst xmlns:a="http://schemas.openxmlformats.org/drawingml/2006/main">
              <a:ext uri="{FF2B5EF4-FFF2-40B4-BE49-F238E27FC236}">
                <a16:creationId xmlns:a16="http://schemas.microsoft.com/office/drawing/2014/main" id="{A11DF499-E54B-4B3D-9473-63E16134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27813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Primary dark button</a:t>
            </a:r>
          </a:p>
        </p:txBody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78EEBE70-BEA1-48EB-B3E1-7B3D0681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866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6.89:1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5911E41-70D1-4542-9FB8-749AE460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476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Secondary / White</a:t>
            </a:r>
          </a:p>
        </p:txBody>
      </p:sp>
      <p:sp>
        <p:nvSpPr>
          <p:cNvPr id="11" name="metric-use-2">
            <a:extLst xmlns:a="http://schemas.openxmlformats.org/drawingml/2006/main">
              <a:ext uri="{FF2B5EF4-FFF2-40B4-BE49-F238E27FC236}">
                <a16:creationId xmlns:a16="http://schemas.microsoft.com/office/drawing/2014/main" id="{809F5BD3-461E-432B-8C1D-8EF3A414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7813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Light secondary text</a:t>
            </a:r>
          </a:p>
        </p:txBody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24B71FDE-A4DE-4E65-BE64-8A1C3B4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1866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B76CA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B76CA0"/>
                </a:solidFill>
                <a:latin typeface="HarmonyOS Sans SC"/>
                <a:ea typeface="HarmonyOS Sans SC"/>
                <a:cs typeface="HarmonyOS Sans SC"/>
              </a:rPr>
              <a:t>10.95:1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158AB3E9-A1E7-4313-B2D9-456A55C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2476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Dark secondary / Ink</a:t>
            </a:r>
          </a:p>
        </p:txBody>
      </p:sp>
      <p:sp>
        <p:nvSpPr>
          <p:cNvPr id="14" name="metric-use-3">
            <a:extLst xmlns:a="http://schemas.openxmlformats.org/drawingml/2006/main">
              <a:ext uri="{FF2B5EF4-FFF2-40B4-BE49-F238E27FC236}">
                <a16:creationId xmlns:a16="http://schemas.microsoft.com/office/drawing/2014/main" id="{1AFBF8CF-A2CE-4256-954A-DA178C7D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27813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Dark secondary text</a:t>
            </a:r>
          </a:p>
        </p:txBody>
      </p:sp>
      <p:sp>
        <p:nvSpPr>
          <p:cNvPr id="15" name="access-rule">
            <a:extLst xmlns:a="http://schemas.openxmlformats.org/drawingml/2006/main">
              <a:ext uri="{FF2B5EF4-FFF2-40B4-BE49-F238E27FC236}">
                <a16:creationId xmlns:a16="http://schemas.microsoft.com/office/drawing/2014/main" id="{E95B932B-D4B3-4A2A-9ACA-FD5EE222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524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cess-title-0">
            <a:extLst xmlns:a="http://schemas.openxmlformats.org/drawingml/2006/main">
              <a:ext uri="{FF2B5EF4-FFF2-40B4-BE49-F238E27FC236}">
                <a16:creationId xmlns:a16="http://schemas.microsoft.com/office/drawing/2014/main" id="{EBEE4F95-AE14-4921-A8BC-C6168C19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05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rPr>
              <a:t>Text</a:t>
            </a:r>
          </a:p>
        </p:txBody>
      </p:sp>
      <p:sp>
        <p:nvSpPr>
          <p:cNvPr id="17" name="access-copy-0">
            <a:extLst xmlns:a="http://schemas.openxmlformats.org/drawingml/2006/main">
              <a:ext uri="{FF2B5EF4-FFF2-40B4-BE49-F238E27FC236}">
                <a16:creationId xmlns:a16="http://schemas.microsoft.com/office/drawing/2014/main" id="{5B1C2BB6-3FAE-4D9F-AABB-DD6531A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3905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4.5:1 minimum for normal text; 3:1 only for large text.</a:t>
            </a:r>
          </a:p>
        </p:txBody>
      </p:sp>
      <p:sp>
        <p:nvSpPr>
          <p:cNvPr id="1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17FC7994-56F6-4947-94E0-20A6C811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3905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rPr>
              <a:t>Controls</a:t>
            </a:r>
          </a:p>
        </p:txBody>
      </p:sp>
      <p:sp>
        <p:nvSpPr>
          <p:cNvPr id="19" name="access-copy-1">
            <a:extLst xmlns:a="http://schemas.openxmlformats.org/drawingml/2006/main">
              <a:ext uri="{FF2B5EF4-FFF2-40B4-BE49-F238E27FC236}">
                <a16:creationId xmlns:a16="http://schemas.microsoft.com/office/drawing/2014/main" id="{CC3874BA-5020-4001-8791-74B8969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3905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3:1 for essential boundaries and state indicators.</a:t>
            </a:r>
          </a:p>
        </p:txBody>
      </p:sp>
      <p:sp>
        <p:nvSpPr>
          <p:cNvPr id="20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F2A1484A-EE70-4A6B-A0ED-B2C5A46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rPr>
              <a:t>Focus</a:t>
            </a:r>
          </a:p>
        </p:txBody>
      </p:sp>
      <p:sp>
        <p:nvSpPr>
          <p:cNvPr id="21" name="access-copy-2">
            <a:extLst xmlns:a="http://schemas.openxmlformats.org/drawingml/2006/main">
              <a:ext uri="{FF2B5EF4-FFF2-40B4-BE49-F238E27FC236}">
                <a16:creationId xmlns:a16="http://schemas.microsoft.com/office/drawing/2014/main" id="{EF81B11E-4AB9-43E2-9386-578F62FA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48577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2 DIP visible ring; never communicate focus with color shift alone.</a:t>
            </a:r>
          </a:p>
        </p:txBody>
      </p:sp>
      <p:sp>
        <p:nvSpPr>
          <p:cNvPr id="22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30AECA46-41AC-469D-BC5F-5DF3E23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rPr>
              <a:t>Status</a:t>
            </a:r>
          </a:p>
        </p:txBody>
      </p:sp>
      <p:sp>
        <p:nvSpPr>
          <p:cNvPr id="23" name="access-copy-3">
            <a:extLst xmlns:a="http://schemas.openxmlformats.org/drawingml/2006/main">
              <a:ext uri="{FF2B5EF4-FFF2-40B4-BE49-F238E27FC236}">
                <a16:creationId xmlns:a16="http://schemas.microsoft.com/office/drawing/2014/main" id="{0CE61B47-64EB-41E3-9842-D17A39CF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48577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Pair color with an icon and plain-language label.</a:t>
            </a:r>
          </a:p>
        </p:txBody>
      </p:sp>
      <p:sp>
        <p:nvSpPr>
          <p:cNvPr id="24" name="footer-7">
            <a:extLst xmlns:a="http://schemas.openxmlformats.org/drawingml/2006/main">
              <a:ext uri="{FF2B5EF4-FFF2-40B4-BE49-F238E27FC236}">
                <a16:creationId xmlns:a16="http://schemas.microsoft.com/office/drawing/2014/main" id="{8EE9173A-0DEE-44E4-A1CA-A987BB3D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25" name="page-7">
            <a:extLst xmlns:a="http://schemas.openxmlformats.org/drawingml/2006/main">
              <a:ext uri="{FF2B5EF4-FFF2-40B4-BE49-F238E27FC236}">
                <a16:creationId xmlns:a16="http://schemas.microsoft.com/office/drawing/2014/main" id="{99967C16-B118-4A7D-9B34-B6E8B915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7619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8">
            <a:extLst xmlns:a="http://schemas.openxmlformats.org/drawingml/2006/main">
              <a:ext uri="{FF2B5EF4-FFF2-40B4-BE49-F238E27FC236}">
                <a16:creationId xmlns:a16="http://schemas.microsoft.com/office/drawing/2014/main" id="{3D265182-CEC9-4667-8D10-A6FCC08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TYPOGRAPHY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00A8F9A-F543-4237-8A08-68525EF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Use the fonts JusPrin already ships on every platform.</a:t>
            </a:r>
          </a:p>
        </p:txBody>
      </p:sp>
      <p:sp>
        <p:nvSpPr>
          <p:cNvPr id="3" name="font-name">
            <a:extLst xmlns:a="http://schemas.openxmlformats.org/drawingml/2006/main">
              <a:ext uri="{FF2B5EF4-FFF2-40B4-BE49-F238E27FC236}">
                <a16:creationId xmlns:a16="http://schemas.microsoft.com/office/drawing/2014/main" id="{23D24BB9-6105-4F3C-B9A3-5B3266E2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5735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900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HarmonyOS Sans SC</a:t>
            </a:r>
          </a:p>
        </p:txBody>
      </p:sp>
      <p:sp>
        <p:nvSpPr>
          <p:cNvPr id="4" name="font-desc">
            <a:extLst xmlns:a="http://schemas.openxmlformats.org/drawingml/2006/main">
              <a:ext uri="{FF2B5EF4-FFF2-40B4-BE49-F238E27FC236}">
                <a16:creationId xmlns:a16="http://schemas.microsoft.com/office/drawing/2014/main" id="{4214983B-AC0B-484C-B9F0-9CAE35A1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4384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Regular for UI and body · Bold for hierarchy and actions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Korean: NanumGothic · Thai: Sarabun · fallback: system GUI font</a:t>
            </a:r>
          </a:p>
        </p:txBody>
      </p:sp>
      <p:sp>
        <p:nvSpPr>
          <p:cNvPr id="5" name="mono-name">
            <a:extLst xmlns:a="http://schemas.openxmlformats.org/drawingml/2006/main">
              <a:ext uri="{FF2B5EF4-FFF2-40B4-BE49-F238E27FC236}">
                <a16:creationId xmlns:a16="http://schemas.microsoft.com/office/drawing/2014/main" id="{C25DED1B-9A1F-408B-B5D5-EE0D531A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18669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System teletype  0.20 mm  215 C</a:t>
            </a:r>
          </a:p>
        </p:txBody>
      </p:sp>
      <p:sp>
        <p:nvSpPr>
          <p:cNvPr id="6" name="mono-desc">
            <a:extLst xmlns:a="http://schemas.openxmlformats.org/drawingml/2006/main">
              <a:ext uri="{FF2B5EF4-FFF2-40B4-BE49-F238E27FC236}">
                <a16:creationId xmlns:a16="http://schemas.microsoft.com/office/drawing/2014/main" id="{CCFA7411-53C8-4442-8FE4-D3F9FEA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4003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Technical values only. Never require Menlo or another platform-specific face.</a:t>
            </a:r>
          </a:p>
        </p:txBody>
      </p:sp>
      <p:sp>
        <p:nvSpPr>
          <p:cNvPr id="7" name="type-rule">
            <a:extLst xmlns:a="http://schemas.openxmlformats.org/drawingml/2006/main">
              <a:ext uri="{FF2B5EF4-FFF2-40B4-BE49-F238E27FC236}">
                <a16:creationId xmlns:a16="http://schemas.microsoft.com/office/drawing/2014/main" id="{10EF7C3A-AC71-46F0-8D0D-0CAAEF59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33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ype-role-0">
            <a:extLst xmlns:a="http://schemas.openxmlformats.org/drawingml/2006/main">
              <a:ext uri="{FF2B5EF4-FFF2-40B4-BE49-F238E27FC236}">
                <a16:creationId xmlns:a16="http://schemas.microsoft.com/office/drawing/2014/main" id="{26DD3FB3-3C83-4C10-85C9-EF1645E0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385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Page title</a:t>
            </a:r>
          </a:p>
        </p:txBody>
      </p:sp>
      <p:sp>
        <p:nvSpPr>
          <p:cNvPr id="9" name="type-size-0">
            <a:extLst xmlns:a="http://schemas.openxmlformats.org/drawingml/2006/main">
              <a:ext uri="{FF2B5EF4-FFF2-40B4-BE49-F238E27FC236}">
                <a16:creationId xmlns:a16="http://schemas.microsoft.com/office/drawing/2014/main" id="{A0ADBEC2-B1F2-49BB-B4B8-ACA83D7A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6385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24 / 30</a:t>
            </a:r>
          </a:p>
        </p:txBody>
      </p:sp>
      <p:sp>
        <p:nvSpPr>
          <p:cNvPr id="10" name="type-weight-0">
            <a:extLst xmlns:a="http://schemas.openxmlformats.org/drawingml/2006/main">
              <a:ext uri="{FF2B5EF4-FFF2-40B4-BE49-F238E27FC236}">
                <a16:creationId xmlns:a16="http://schemas.microsoft.com/office/drawing/2014/main" id="{4760B60A-077E-4751-B74D-41A3DCA6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6385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Bold</a:t>
            </a:r>
          </a:p>
        </p:txBody>
      </p:sp>
      <p:sp>
        <p:nvSpPr>
          <p:cNvPr id="11" name="type-sample-0">
            <a:extLst xmlns:a="http://schemas.openxmlformats.org/drawingml/2006/main">
              <a:ext uri="{FF2B5EF4-FFF2-40B4-BE49-F238E27FC236}">
                <a16:creationId xmlns:a16="http://schemas.microsoft.com/office/drawing/2014/main" id="{AF178DBE-451F-4EE4-94BF-ED739BB6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619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Prepare</a:t>
            </a:r>
          </a:p>
        </p:txBody>
      </p:sp>
      <p:sp>
        <p:nvSpPr>
          <p:cNvPr id="12" name="type-role-1">
            <a:extLst xmlns:a="http://schemas.openxmlformats.org/drawingml/2006/main">
              <a:ext uri="{FF2B5EF4-FFF2-40B4-BE49-F238E27FC236}">
                <a16:creationId xmlns:a16="http://schemas.microsoft.com/office/drawing/2014/main" id="{C5021789-E6FB-4831-8169-74A9CA7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Section</a:t>
            </a:r>
          </a:p>
        </p:txBody>
      </p:sp>
      <p:sp>
        <p:nvSpPr>
          <p:cNvPr id="13" name="type-size-1">
            <a:extLst xmlns:a="http://schemas.openxmlformats.org/drawingml/2006/main">
              <a:ext uri="{FF2B5EF4-FFF2-40B4-BE49-F238E27FC236}">
                <a16:creationId xmlns:a16="http://schemas.microsoft.com/office/drawing/2014/main" id="{949C550C-4196-4D38-B27C-9C47924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1052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18 / 24</a:t>
            </a:r>
          </a:p>
        </p:txBody>
      </p:sp>
      <p:sp>
        <p:nvSpPr>
          <p:cNvPr id="14" name="type-weight-1">
            <a:extLst xmlns:a="http://schemas.openxmlformats.org/drawingml/2006/main">
              <a:ext uri="{FF2B5EF4-FFF2-40B4-BE49-F238E27FC236}">
                <a16:creationId xmlns:a16="http://schemas.microsoft.com/office/drawing/2014/main" id="{26146679-E148-40A0-AA7D-2796425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41052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Bold</a:t>
            </a:r>
          </a:p>
        </p:txBody>
      </p:sp>
      <p:sp>
        <p:nvSpPr>
          <p:cNvPr id="15" name="type-sample-1">
            <a:extLst xmlns:a="http://schemas.openxmlformats.org/drawingml/2006/main">
              <a:ext uri="{FF2B5EF4-FFF2-40B4-BE49-F238E27FC236}">
                <a16:creationId xmlns:a16="http://schemas.microsoft.com/office/drawing/2014/main" id="{31A66872-8A2E-406B-A6EB-86D52A62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862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Print settings</a:t>
            </a:r>
          </a:p>
        </p:txBody>
      </p:sp>
      <p:sp>
        <p:nvSpPr>
          <p:cNvPr id="16" name="type-role-2">
            <a:extLst xmlns:a="http://schemas.openxmlformats.org/drawingml/2006/main">
              <a:ext uri="{FF2B5EF4-FFF2-40B4-BE49-F238E27FC236}">
                <a16:creationId xmlns:a16="http://schemas.microsoft.com/office/drawing/2014/main" id="{80924AF5-6575-41FA-B566-8A38951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Body / control</a:t>
            </a:r>
          </a:p>
        </p:txBody>
      </p:sp>
      <p:sp>
        <p:nvSpPr>
          <p:cNvPr id="17" name="type-size-2">
            <a:extLst xmlns:a="http://schemas.openxmlformats.org/drawingml/2006/main">
              <a:ext uri="{FF2B5EF4-FFF2-40B4-BE49-F238E27FC236}">
                <a16:creationId xmlns:a16="http://schemas.microsoft.com/office/drawing/2014/main" id="{D1846D12-4EA2-4214-A7EA-0267919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5720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14 / 20</a:t>
            </a:r>
          </a:p>
        </p:txBody>
      </p:sp>
      <p:sp>
        <p:nvSpPr>
          <p:cNvPr id="18" name="type-weight-2">
            <a:extLst xmlns:a="http://schemas.openxmlformats.org/drawingml/2006/main">
              <a:ext uri="{FF2B5EF4-FFF2-40B4-BE49-F238E27FC236}">
                <a16:creationId xmlns:a16="http://schemas.microsoft.com/office/drawing/2014/main" id="{83566523-364E-4BC4-BBF2-895D9B8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45720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Regular</a:t>
            </a:r>
          </a:p>
        </p:txBody>
      </p:sp>
      <p:sp>
        <p:nvSpPr>
          <p:cNvPr id="19" name="type-sample-2">
            <a:extLst xmlns:a="http://schemas.openxmlformats.org/drawingml/2006/main">
              <a:ext uri="{FF2B5EF4-FFF2-40B4-BE49-F238E27FC236}">
                <a16:creationId xmlns:a16="http://schemas.microsoft.com/office/drawing/2014/main" id="{FCF57367-F518-470E-8FFB-5AD6EE3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552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0.20 mm Standard</a:t>
            </a:r>
          </a:p>
        </p:txBody>
      </p:sp>
      <p:sp>
        <p:nvSpPr>
          <p:cNvPr id="20" name="type-role-3">
            <a:extLst xmlns:a="http://schemas.openxmlformats.org/drawingml/2006/main">
              <a:ext uri="{FF2B5EF4-FFF2-40B4-BE49-F238E27FC236}">
                <a16:creationId xmlns:a16="http://schemas.microsoft.com/office/drawing/2014/main" id="{AC47C9B4-FED3-4740-A7CD-72B2880F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038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Label</a:t>
            </a:r>
          </a:p>
        </p:txBody>
      </p:sp>
      <p:sp>
        <p:nvSpPr>
          <p:cNvPr id="21" name="type-size-3">
            <a:extLst xmlns:a="http://schemas.openxmlformats.org/drawingml/2006/main">
              <a:ext uri="{FF2B5EF4-FFF2-40B4-BE49-F238E27FC236}">
                <a16:creationId xmlns:a16="http://schemas.microsoft.com/office/drawing/2014/main" id="{256245C7-8642-43D9-BD00-04ECCC5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0387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12 / 16</a:t>
            </a:r>
          </a:p>
        </p:txBody>
      </p:sp>
      <p:sp>
        <p:nvSpPr>
          <p:cNvPr id="22" name="type-weight-3">
            <a:extLst xmlns:a="http://schemas.openxmlformats.org/drawingml/2006/main">
              <a:ext uri="{FF2B5EF4-FFF2-40B4-BE49-F238E27FC236}">
                <a16:creationId xmlns:a16="http://schemas.microsoft.com/office/drawing/2014/main" id="{D6220C3F-6911-4734-B7D9-BCE0F7A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50387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Bold</a:t>
            </a:r>
          </a:p>
        </p:txBody>
      </p:sp>
      <p:sp>
        <p:nvSpPr>
          <p:cNvPr id="23" name="type-sample-3">
            <a:extLst xmlns:a="http://schemas.openxmlformats.org/drawingml/2006/main">
              <a:ext uri="{FF2B5EF4-FFF2-40B4-BE49-F238E27FC236}">
                <a16:creationId xmlns:a16="http://schemas.microsoft.com/office/drawing/2014/main" id="{67F57BB3-0B35-499E-914D-40C63A64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0196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QUALITY</a:t>
            </a:r>
          </a:p>
        </p:txBody>
      </p:sp>
      <p:sp>
        <p:nvSpPr>
          <p:cNvPr id="24" name="type-role-4">
            <a:extLst xmlns:a="http://schemas.openxmlformats.org/drawingml/2006/main">
              <a:ext uri="{FF2B5EF4-FFF2-40B4-BE49-F238E27FC236}">
                <a16:creationId xmlns:a16="http://schemas.microsoft.com/office/drawing/2014/main" id="{3CF536F9-BF5F-4256-95A4-2AA7F463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5054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Dense metadata</a:t>
            </a:r>
          </a:p>
        </p:txBody>
      </p:sp>
      <p:sp>
        <p:nvSpPr>
          <p:cNvPr id="25" name="type-size-4">
            <a:extLst xmlns:a="http://schemas.openxmlformats.org/drawingml/2006/main">
              <a:ext uri="{FF2B5EF4-FFF2-40B4-BE49-F238E27FC236}">
                <a16:creationId xmlns:a16="http://schemas.microsoft.com/office/drawing/2014/main" id="{D5373A04-ECB5-4B3B-8DEF-D3F2D4C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505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10 / 14</a:t>
            </a:r>
          </a:p>
        </p:txBody>
      </p:sp>
      <p:sp>
        <p:nvSpPr>
          <p:cNvPr id="26" name="type-weight-4">
            <a:extLst xmlns:a="http://schemas.openxmlformats.org/drawingml/2006/main">
              <a:ext uri="{FF2B5EF4-FFF2-40B4-BE49-F238E27FC236}">
                <a16:creationId xmlns:a16="http://schemas.microsoft.com/office/drawing/2014/main" id="{C501798E-44F0-4016-9660-989A21DE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5505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Regular</a:t>
            </a:r>
          </a:p>
        </p:txBody>
      </p:sp>
      <p:sp>
        <p:nvSpPr>
          <p:cNvPr id="27" name="type-sample-4">
            <a:extLst xmlns:a="http://schemas.openxmlformats.org/drawingml/2006/main">
              <a:ext uri="{FF2B5EF4-FFF2-40B4-BE49-F238E27FC236}">
                <a16:creationId xmlns:a16="http://schemas.microsoft.com/office/drawing/2014/main" id="{09293DE6-897A-4EC1-A901-77BFA558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4864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0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Last updated 14:32</a:t>
            </a:r>
          </a:p>
        </p:txBody>
      </p:sp>
      <p:sp>
        <p:nvSpPr>
          <p:cNvPr id="28" name="footer-8">
            <a:extLst xmlns:a="http://schemas.openxmlformats.org/drawingml/2006/main">
              <a:ext uri="{FF2B5EF4-FFF2-40B4-BE49-F238E27FC236}">
                <a16:creationId xmlns:a16="http://schemas.microsoft.com/office/drawing/2014/main" id="{9C8B4F30-E62F-4C74-9566-343E7FC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29" name="page-8">
            <a:extLst xmlns:a="http://schemas.openxmlformats.org/drawingml/2006/main">
              <a:ext uri="{FF2B5EF4-FFF2-40B4-BE49-F238E27FC236}">
                <a16:creationId xmlns:a16="http://schemas.microsoft.com/office/drawing/2014/main" id="{1380A1D6-A87D-48B3-B303-611FC376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7283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-9">
            <a:extLst xmlns:a="http://schemas.openxmlformats.org/drawingml/2006/main">
              <a:ext uri="{FF2B5EF4-FFF2-40B4-BE49-F238E27FC236}">
                <a16:creationId xmlns:a16="http://schemas.microsoft.com/office/drawing/2014/main" id="{6AD404CC-3A4E-4723-980D-CAD98A7A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LAYOUT AND GEOMETRY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0C2E6B8-2BFA-455D-8862-D9DF2627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A small DIP scale keeps the interface consistent at every density.</a:t>
            </a:r>
          </a:p>
        </p:txBody>
      </p:sp>
      <p:sp>
        <p:nvSpPr>
          <p:cNvPr id="3" name="dip-rule">
            <a:extLst xmlns:a="http://schemas.openxmlformats.org/drawingml/2006/main">
              <a:ext uri="{FF2B5EF4-FFF2-40B4-BE49-F238E27FC236}">
                <a16:creationId xmlns:a16="http://schemas.microsoft.com/office/drawing/2014/main" id="{87938072-ADA1-45A1-BC21-9659E243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57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DIP, not physical pixels</a:t>
            </a:r>
          </a:p>
        </p:txBody>
      </p:sp>
      <p:sp>
        <p:nvSpPr>
          <p:cNvPr id="4" name="dip-copy">
            <a:extLst xmlns:a="http://schemas.openxmlformats.org/drawingml/2006/main">
              <a:ext uri="{FF2B5EF4-FFF2-40B4-BE49-F238E27FC236}">
                <a16:creationId xmlns:a16="http://schemas.microsoft.com/office/drawing/2014/main" id="{C7803AB3-B6F8-4550-9929-6EC4DC2F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764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Use wxWidgets device-independent dimensions. The platform renderer handles physical scaling.</a:t>
            </a:r>
          </a:p>
        </p:txBody>
      </p:sp>
      <p:sp>
        <p:nvSpPr>
          <p:cNvPr id="5" name="space-0">
            <a:extLst xmlns:a="http://schemas.openxmlformats.org/drawingml/2006/main">
              <a:ext uri="{FF2B5EF4-FFF2-40B4-BE49-F238E27FC236}">
                <a16:creationId xmlns:a16="http://schemas.microsoft.com/office/drawing/2014/main" id="{1DB152D8-8A1B-4EA8-A2B8-12B57B4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4800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ace-label-0">
            <a:extLst xmlns:a="http://schemas.openxmlformats.org/drawingml/2006/main">
              <a:ext uri="{FF2B5EF4-FFF2-40B4-BE49-F238E27FC236}">
                <a16:creationId xmlns:a16="http://schemas.microsoft.com/office/drawing/2014/main" id="{2C628876-D881-425B-B70D-A57267BB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7" name="space-1">
            <a:extLst xmlns:a="http://schemas.openxmlformats.org/drawingml/2006/main">
              <a:ext uri="{FF2B5EF4-FFF2-40B4-BE49-F238E27FC236}">
                <a16:creationId xmlns:a16="http://schemas.microsoft.com/office/drawing/2014/main" id="{84297A30-26A0-4A59-801F-3DB5F2F2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3048000"/>
            <a:ext cx="114300" cy="2095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ace-label-1">
            <a:extLst xmlns:a="http://schemas.openxmlformats.org/drawingml/2006/main">
              <a:ext uri="{FF2B5EF4-FFF2-40B4-BE49-F238E27FC236}">
                <a16:creationId xmlns:a16="http://schemas.microsoft.com/office/drawing/2014/main" id="{A7E09EDF-EEC5-46CF-9B09-2C236A2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9" name="space-2">
            <a:extLst xmlns:a="http://schemas.openxmlformats.org/drawingml/2006/main">
              <a:ext uri="{FF2B5EF4-FFF2-40B4-BE49-F238E27FC236}">
                <a16:creationId xmlns:a16="http://schemas.microsoft.com/office/drawing/2014/main" id="{DACC8F18-7C24-49F5-8432-05CE145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048000"/>
            <a:ext cx="171450" cy="2095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ace-label-2">
            <a:extLst xmlns:a="http://schemas.openxmlformats.org/drawingml/2006/main">
              <a:ext uri="{FF2B5EF4-FFF2-40B4-BE49-F238E27FC236}">
                <a16:creationId xmlns:a16="http://schemas.microsoft.com/office/drawing/2014/main" id="{DAF60022-FC8D-4A62-AC5E-045677A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11" name="space-3">
            <a:extLst xmlns:a="http://schemas.openxmlformats.org/drawingml/2006/main">
              <a:ext uri="{FF2B5EF4-FFF2-40B4-BE49-F238E27FC236}">
                <a16:creationId xmlns:a16="http://schemas.microsoft.com/office/drawing/2014/main" id="{75591D3A-A521-4BCA-AB17-31E6AA8F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3048000"/>
            <a:ext cx="2286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ace-label-3">
            <a:extLst xmlns:a="http://schemas.openxmlformats.org/drawingml/2006/main">
              <a:ext uri="{FF2B5EF4-FFF2-40B4-BE49-F238E27FC236}">
                <a16:creationId xmlns:a16="http://schemas.microsoft.com/office/drawing/2014/main" id="{D977ECFD-5338-4765-BB8C-F2CCE490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16</a:t>
            </a:r>
          </a:p>
        </p:txBody>
      </p:sp>
      <p:sp>
        <p:nvSpPr>
          <p:cNvPr id="13" name="space-4">
            <a:extLst xmlns:a="http://schemas.openxmlformats.org/drawingml/2006/main">
              <a:ext uri="{FF2B5EF4-FFF2-40B4-BE49-F238E27FC236}">
                <a16:creationId xmlns:a16="http://schemas.microsoft.com/office/drawing/2014/main" id="{E334FC0B-9983-406F-BD79-53E9FCF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048000"/>
            <a:ext cx="2857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pace-label-4">
            <a:extLst xmlns:a="http://schemas.openxmlformats.org/drawingml/2006/main">
              <a:ext uri="{FF2B5EF4-FFF2-40B4-BE49-F238E27FC236}">
                <a16:creationId xmlns:a16="http://schemas.microsoft.com/office/drawing/2014/main" id="{AF68884C-EAB0-4BF4-BB6A-D2A022E2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20</a:t>
            </a:r>
          </a:p>
        </p:txBody>
      </p:sp>
      <p:sp>
        <p:nvSpPr>
          <p:cNvPr id="15" name="space-5">
            <a:extLst xmlns:a="http://schemas.openxmlformats.org/drawingml/2006/main">
              <a:ext uri="{FF2B5EF4-FFF2-40B4-BE49-F238E27FC236}">
                <a16:creationId xmlns:a16="http://schemas.microsoft.com/office/drawing/2014/main" id="{74A4C14F-0526-46DF-BA20-553DD237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6975" y="3048000"/>
            <a:ext cx="342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pace-label-5">
            <a:extLst xmlns:a="http://schemas.openxmlformats.org/drawingml/2006/main">
              <a:ext uri="{FF2B5EF4-FFF2-40B4-BE49-F238E27FC236}">
                <a16:creationId xmlns:a16="http://schemas.microsoft.com/office/drawing/2014/main" id="{AAA0C3EF-7458-4F7C-87CA-F8D4B28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6975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24</a:t>
            </a:r>
          </a:p>
        </p:txBody>
      </p:sp>
      <p:sp>
        <p:nvSpPr>
          <p:cNvPr id="17" name="space-6">
            <a:extLst xmlns:a="http://schemas.openxmlformats.org/drawingml/2006/main">
              <a:ext uri="{FF2B5EF4-FFF2-40B4-BE49-F238E27FC236}">
                <a16:creationId xmlns:a16="http://schemas.microsoft.com/office/drawing/2014/main" id="{90F091BA-BC3F-414B-997F-05F1B35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048000"/>
            <a:ext cx="4572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pace-label-6">
            <a:extLst xmlns:a="http://schemas.openxmlformats.org/drawingml/2006/main">
              <a:ext uri="{FF2B5EF4-FFF2-40B4-BE49-F238E27FC236}">
                <a16:creationId xmlns:a16="http://schemas.microsoft.com/office/drawing/2014/main" id="{C69CE0D9-98A3-4933-B788-127CAF65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32</a:t>
            </a:r>
          </a:p>
        </p:txBody>
      </p:sp>
      <p:sp>
        <p:nvSpPr>
          <p:cNvPr id="19" name="space-7">
            <a:extLst xmlns:a="http://schemas.openxmlformats.org/drawingml/2006/main">
              <a:ext uri="{FF2B5EF4-FFF2-40B4-BE49-F238E27FC236}">
                <a16:creationId xmlns:a16="http://schemas.microsoft.com/office/drawing/2014/main" id="{F37D53C4-1F0B-4401-B519-2B9B0810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3925" y="3048000"/>
            <a:ext cx="5715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pace-label-7">
            <a:extLst xmlns:a="http://schemas.openxmlformats.org/drawingml/2006/main">
              <a:ext uri="{FF2B5EF4-FFF2-40B4-BE49-F238E27FC236}">
                <a16:creationId xmlns:a16="http://schemas.microsoft.com/office/drawing/2014/main" id="{468AC214-2C70-447F-845C-B027D89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3925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40</a:t>
            </a:r>
          </a:p>
        </p:txBody>
      </p:sp>
      <p:sp>
        <p:nvSpPr>
          <p:cNvPr id="21" name="space-8">
            <a:extLst xmlns:a="http://schemas.openxmlformats.org/drawingml/2006/main">
              <a:ext uri="{FF2B5EF4-FFF2-40B4-BE49-F238E27FC236}">
                <a16:creationId xmlns:a16="http://schemas.microsoft.com/office/drawing/2014/main" id="{F4EBB856-3110-45C0-B7A3-26170E57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3048000"/>
            <a:ext cx="6858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pace-label-8">
            <a:extLst xmlns:a="http://schemas.openxmlformats.org/drawingml/2006/main">
              <a:ext uri="{FF2B5EF4-FFF2-40B4-BE49-F238E27FC236}">
                <a16:creationId xmlns:a16="http://schemas.microsoft.com/office/drawing/2014/main" id="{22C234D3-CACE-45A9-9E2B-04007455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3371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48</a:t>
            </a:r>
          </a:p>
        </p:txBody>
      </p:sp>
      <p:sp>
        <p:nvSpPr>
          <p:cNvPr id="23" name="geometry-rule">
            <a:extLst xmlns:a="http://schemas.openxmlformats.org/drawingml/2006/main">
              <a:ext uri="{FF2B5EF4-FFF2-40B4-BE49-F238E27FC236}">
                <a16:creationId xmlns:a16="http://schemas.microsoft.com/office/drawing/2014/main" id="{63A20CED-36B4-4E05-95CB-22244B1A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67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adius-0">
            <a:extLst xmlns:a="http://schemas.openxmlformats.org/drawingml/2006/main">
              <a:ext uri="{FF2B5EF4-FFF2-40B4-BE49-F238E27FC236}">
                <a16:creationId xmlns:a16="http://schemas.microsoft.com/office/drawing/2014/main" id="{2125DEDE-2915-4FE6-BCFA-786071C0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48150"/>
            <a:ext cx="104775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25" name="radius-name-0">
            <a:extLst xmlns:a="http://schemas.openxmlformats.org/drawingml/2006/main">
              <a:ext uri="{FF2B5EF4-FFF2-40B4-BE49-F238E27FC236}">
                <a16:creationId xmlns:a16="http://schemas.microsoft.com/office/drawing/2014/main" id="{822CC733-43CC-4113-AC04-5C85472E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4267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4 DIP</a:t>
            </a:r>
          </a:p>
        </p:txBody>
      </p:sp>
      <p:sp>
        <p:nvSpPr>
          <p:cNvPr id="26" name="radius-use-0">
            <a:extLst xmlns:a="http://schemas.openxmlformats.org/drawingml/2006/main">
              <a:ext uri="{FF2B5EF4-FFF2-40B4-BE49-F238E27FC236}">
                <a16:creationId xmlns:a16="http://schemas.microsoft.com/office/drawing/2014/main" id="{D106BBC9-E1C7-44CD-9BBD-C5C352C6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46291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Inputs, parameter, choice, icon</a:t>
            </a:r>
          </a:p>
        </p:txBody>
      </p:sp>
      <p:sp>
        <p:nvSpPr>
          <p:cNvPr id="27" name="radius-1">
            <a:extLst xmlns:a="http://schemas.openxmlformats.org/drawingml/2006/main">
              <a:ext uri="{FF2B5EF4-FFF2-40B4-BE49-F238E27FC236}">
                <a16:creationId xmlns:a16="http://schemas.microsoft.com/office/drawing/2014/main" id="{3C2D0355-4B78-4C5E-BEC6-976F34D7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248150"/>
            <a:ext cx="1047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28" name="radius-name-1">
            <a:extLst xmlns:a="http://schemas.openxmlformats.org/drawingml/2006/main">
              <a:ext uri="{FF2B5EF4-FFF2-40B4-BE49-F238E27FC236}">
                <a16:creationId xmlns:a16="http://schemas.microsoft.com/office/drawing/2014/main" id="{7D975F18-0136-4C23-AA9F-7E65422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4267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8 DIP</a:t>
            </a:r>
          </a:p>
        </p:txBody>
      </p:sp>
      <p:sp>
        <p:nvSpPr>
          <p:cNvPr id="29" name="radius-use-1">
            <a:extLst xmlns:a="http://schemas.openxmlformats.org/drawingml/2006/main">
              <a:ext uri="{FF2B5EF4-FFF2-40B4-BE49-F238E27FC236}">
                <a16:creationId xmlns:a16="http://schemas.microsoft.com/office/drawing/2014/main" id="{67398FE7-F835-4FA5-AB39-93C4018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46291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Compact and branded actions</a:t>
            </a:r>
          </a:p>
        </p:txBody>
      </p:sp>
      <p:sp>
        <p:nvSpPr>
          <p:cNvPr id="30" name="radius-2">
            <a:extLst xmlns:a="http://schemas.openxmlformats.org/drawingml/2006/main">
              <a:ext uri="{FF2B5EF4-FFF2-40B4-BE49-F238E27FC236}">
                <a16:creationId xmlns:a16="http://schemas.microsoft.com/office/drawing/2014/main" id="{E432A045-4EEF-42D1-86C5-B07EC9B8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248150"/>
            <a:ext cx="1047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31" name="radius-name-2">
            <a:extLst xmlns:a="http://schemas.openxmlformats.org/drawingml/2006/main">
              <a:ext uri="{FF2B5EF4-FFF2-40B4-BE49-F238E27FC236}">
                <a16:creationId xmlns:a16="http://schemas.microsoft.com/office/drawing/2014/main" id="{E91F902D-38A5-49E3-B405-84BCF15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4267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12 DIP</a:t>
            </a:r>
          </a:p>
        </p:txBody>
      </p:sp>
      <p:sp>
        <p:nvSpPr>
          <p:cNvPr id="32" name="radius-use-2">
            <a:extLst xmlns:a="http://schemas.openxmlformats.org/drawingml/2006/main">
              <a:ext uri="{FF2B5EF4-FFF2-40B4-BE49-F238E27FC236}">
                <a16:creationId xmlns:a16="http://schemas.microsoft.com/office/drawing/2014/main" id="{A9633D8C-C803-4513-BCF4-BA6293D1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46291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Window actions and large dialogs</a:t>
            </a:r>
          </a:p>
        </p:txBody>
      </p:sp>
      <p:sp>
        <p:nvSpPr>
          <p:cNvPr id="33" name="geometry-no">
            <a:extLst xmlns:a="http://schemas.openxmlformats.org/drawingml/2006/main">
              <a:ext uri="{FF2B5EF4-FFF2-40B4-BE49-F238E27FC236}">
                <a16:creationId xmlns:a16="http://schemas.microsoft.com/office/drawing/2014/main" id="{3721DACA-C2ED-46B7-91F3-6D6FE545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57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6F4F84"/>
                </a:solidFill>
                <a:latin typeface="HarmonyOS Sans SC"/>
                <a:ea typeface="HarmonyOS Sans SC"/>
                <a:cs typeface="HarmonyOS Sans SC"/>
              </a:rPr>
              <a:t>16-24 DIP radii are reserved for onboarding and marketing surfaces, not the standard application shell.</a:t>
            </a:r>
          </a:p>
        </p:txBody>
      </p:sp>
      <p:sp>
        <p:nvSpPr>
          <p:cNvPr id="34" name="footer-9">
            <a:extLst xmlns:a="http://schemas.openxmlformats.org/drawingml/2006/main">
              <a:ext uri="{FF2B5EF4-FFF2-40B4-BE49-F238E27FC236}">
                <a16:creationId xmlns:a16="http://schemas.microsoft.com/office/drawing/2014/main" id="{914371F9-6AA1-4323-9C2D-1B8EC046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35" name="page-9">
            <a:extLst xmlns:a="http://schemas.openxmlformats.org/drawingml/2006/main">
              <a:ext uri="{FF2B5EF4-FFF2-40B4-BE49-F238E27FC236}">
                <a16:creationId xmlns:a16="http://schemas.microsoft.com/office/drawing/2014/main" id="{3BC991A3-B9AE-420A-8166-4C040C3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7419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0">
            <a:extLst xmlns:a="http://schemas.openxmlformats.org/drawingml/2006/main">
              <a:ext uri="{FF2B5EF4-FFF2-40B4-BE49-F238E27FC236}">
                <a16:creationId xmlns:a16="http://schemas.microsoft.com/office/drawing/2014/main" id="{09605124-1F4C-4B42-B551-228AB2CD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ICONS AND BRAND SHAPES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E2F9906-03D7-4BBF-849B-A0880ED4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Functional clarity comes before logo-derived decoration.</a:t>
            </a:r>
          </a:p>
        </p:txBody>
      </p:sp>
      <p:sp>
        <p:nvSpPr>
          <p:cNvPr id="3" name="orbit-104-196">
            <a:extLst xmlns:a="http://schemas.openxmlformats.org/drawingml/2006/main">
              <a:ext uri="{FF2B5EF4-FFF2-40B4-BE49-F238E27FC236}">
                <a16:creationId xmlns:a16="http://schemas.microsoft.com/office/drawing/2014/main" id="{232C808E-1B6C-4EFD-AD86-7F135794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18669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84B7"/>
            </a:solidFill>
            <a:prstDash val="solid"/>
          </a:ln>
        </p:spPr>
      </p:sp>
      <p:sp>
        <p:nvSpPr>
          <p:cNvPr id="4" name="orbit-a-104-196">
            <a:extLst xmlns:a="http://schemas.openxmlformats.org/drawingml/2006/main">
              <a:ext uri="{FF2B5EF4-FFF2-40B4-BE49-F238E27FC236}">
                <a16:creationId xmlns:a16="http://schemas.microsoft.com/office/drawing/2014/main" id="{6199731E-2DD2-48C9-A685-95451095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1196340" y="2672715"/>
            <a:ext cx="1303020" cy="120015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rbit-b-104-196">
            <a:extLst xmlns:a="http://schemas.openxmlformats.org/drawingml/2006/main">
              <a:ext uri="{FF2B5EF4-FFF2-40B4-BE49-F238E27FC236}">
                <a16:creationId xmlns:a16="http://schemas.microsoft.com/office/drawing/2014/main" id="{FF2F58F7-15A4-4A0C-904C-D469EDF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80000">
            <a:off x="1196340" y="2672715"/>
            <a:ext cx="1303020" cy="120015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con-diagonal-stage">
            <a:extLst xmlns:a="http://schemas.openxmlformats.org/drawingml/2006/main">
              <a:ext uri="{FF2B5EF4-FFF2-40B4-BE49-F238E27FC236}">
                <a16:creationId xmlns:a16="http://schemas.microsoft.com/office/drawing/2014/main" id="{83251320-EF68-4B68-94A4-2566967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095500"/>
            <a:ext cx="2095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con-diagonal">
            <a:extLst xmlns:a="http://schemas.openxmlformats.org/drawingml/2006/main">
              <a:ext uri="{FF2B5EF4-FFF2-40B4-BE49-F238E27FC236}">
                <a16:creationId xmlns:a16="http://schemas.microsoft.com/office/drawing/2014/main" id="{38E29E89-2285-489B-8FDC-71C655AB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4324350" y="2657475"/>
            <a:ext cx="18097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con-size-stage">
            <a:extLst xmlns:a="http://schemas.openxmlformats.org/drawingml/2006/main">
              <a:ext uri="{FF2B5EF4-FFF2-40B4-BE49-F238E27FC236}">
                <a16:creationId xmlns:a16="http://schemas.microsoft.com/office/drawing/2014/main" id="{999ED579-A07B-41D8-881B-ED4ECA15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1866900"/>
            <a:ext cx="3086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4B3E57"/>
            </a:solidFill>
            <a:prstDash val="solid"/>
          </a:ln>
        </p:spPr>
      </p:sp>
      <p:sp>
        <p:nvSpPr>
          <p:cNvPr id="9" name="icon-size-16">
            <a:extLst xmlns:a="http://schemas.openxmlformats.org/drawingml/2006/main">
              <a:ext uri="{FF2B5EF4-FFF2-40B4-BE49-F238E27FC236}">
                <a16:creationId xmlns:a16="http://schemas.microsoft.com/office/drawing/2014/main" id="{7F4AC041-12E0-47CE-988F-5934C4A2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4193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D6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con-size-label-16">
            <a:extLst xmlns:a="http://schemas.openxmlformats.org/drawingml/2006/main">
              <a:ext uri="{FF2B5EF4-FFF2-40B4-BE49-F238E27FC236}">
                <a16:creationId xmlns:a16="http://schemas.microsoft.com/office/drawing/2014/main" id="{00C36C0F-2835-48DF-80F2-07CC98A5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30289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CFC5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FC5D3"/>
                </a:solidFill>
                <a:latin typeface="Courier New"/>
                <a:ea typeface="Courier New"/>
                <a:cs typeface="Courier New"/>
              </a:rPr>
              <a:t>16 DIP</a:t>
            </a:r>
          </a:p>
        </p:txBody>
      </p:sp>
      <p:sp>
        <p:nvSpPr>
          <p:cNvPr id="11" name="icon-size-20">
            <a:extLst xmlns:a="http://schemas.openxmlformats.org/drawingml/2006/main">
              <a:ext uri="{FF2B5EF4-FFF2-40B4-BE49-F238E27FC236}">
                <a16:creationId xmlns:a16="http://schemas.microsoft.com/office/drawing/2014/main" id="{B2286141-D8FD-4C14-863A-BCD6044F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2400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con-size-label-20">
            <a:extLst xmlns:a="http://schemas.openxmlformats.org/drawingml/2006/main">
              <a:ext uri="{FF2B5EF4-FFF2-40B4-BE49-F238E27FC236}">
                <a16:creationId xmlns:a16="http://schemas.microsoft.com/office/drawing/2014/main" id="{1194F852-D076-44F1-A193-4B893D92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30289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CFC5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FC5D3"/>
                </a:solidFill>
                <a:latin typeface="Courier New"/>
                <a:ea typeface="Courier New"/>
                <a:cs typeface="Courier New"/>
              </a:rPr>
              <a:t>20 DIP</a:t>
            </a:r>
          </a:p>
        </p:txBody>
      </p:sp>
      <p:sp>
        <p:nvSpPr>
          <p:cNvPr id="13" name="icon-size-24">
            <a:extLst xmlns:a="http://schemas.openxmlformats.org/drawingml/2006/main">
              <a:ext uri="{FF2B5EF4-FFF2-40B4-BE49-F238E27FC236}">
                <a16:creationId xmlns:a16="http://schemas.microsoft.com/office/drawing/2014/main" id="{61A6E8C3-24FF-4529-9A45-72C376BE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381250"/>
            <a:ext cx="4572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D6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on-size-label-24">
            <a:extLst xmlns:a="http://schemas.openxmlformats.org/drawingml/2006/main">
              <a:ext uri="{FF2B5EF4-FFF2-40B4-BE49-F238E27FC236}">
                <a16:creationId xmlns:a16="http://schemas.microsoft.com/office/drawing/2014/main" id="{0DAAACE8-F41C-4A93-90C3-E6903CEC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30289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CFC5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FC5D3"/>
                </a:solidFill>
                <a:latin typeface="Courier New"/>
                <a:ea typeface="Courier New"/>
                <a:cs typeface="Courier New"/>
              </a:rPr>
              <a:t>24 DIP</a:t>
            </a:r>
          </a:p>
        </p:txBody>
      </p:sp>
      <p:sp>
        <p:nvSpPr>
          <p:cNvPr id="15" name="icon-title-0">
            <a:extLst xmlns:a="http://schemas.openxmlformats.org/drawingml/2006/main">
              <a:ext uri="{FF2B5EF4-FFF2-40B4-BE49-F238E27FC236}">
                <a16:creationId xmlns:a16="http://schemas.microsoft.com/office/drawing/2014/main" id="{F929682E-C708-4721-929F-9A14BDDF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Orbit motif</a:t>
            </a:r>
          </a:p>
        </p:txBody>
      </p:sp>
      <p:sp>
        <p:nvSpPr>
          <p:cNvPr id="16" name="icon-copy-0">
            <a:extLst xmlns:a="http://schemas.openxmlformats.org/drawingml/2006/main">
              <a:ext uri="{FF2B5EF4-FFF2-40B4-BE49-F238E27FC236}">
                <a16:creationId xmlns:a16="http://schemas.microsoft.com/office/drawing/2014/main" id="{81F654DA-FACB-4B60-AF1F-8A1C839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148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Progress, connection, active workflow. Keep strokes visible at output size.</a:t>
            </a:r>
          </a:p>
        </p:txBody>
      </p:sp>
      <p:sp>
        <p:nvSpPr>
          <p:cNvPr id="17" name="icon-title-1">
            <a:extLst xmlns:a="http://schemas.openxmlformats.org/drawingml/2006/main">
              <a:ext uri="{FF2B5EF4-FFF2-40B4-BE49-F238E27FC236}">
                <a16:creationId xmlns:a16="http://schemas.microsoft.com/office/drawing/2014/main" id="{D39BD78F-2ECD-42A9-A316-19F8E21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Directional accent</a:t>
            </a:r>
          </a:p>
        </p:txBody>
      </p:sp>
      <p:sp>
        <p:nvSpPr>
          <p:cNvPr id="18" name="icon-copy-1">
            <a:extLst xmlns:a="http://schemas.openxmlformats.org/drawingml/2006/main">
              <a:ext uri="{FF2B5EF4-FFF2-40B4-BE49-F238E27FC236}">
                <a16:creationId xmlns:a16="http://schemas.microsoft.com/office/drawing/2014/main" id="{189B962F-EC39-4370-882F-62C1631D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5148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One diagonal for momentum. Avoid competing angles and decorative clutter.</a:t>
            </a:r>
          </a:p>
        </p:txBody>
      </p:sp>
      <p:sp>
        <p:nvSpPr>
          <p:cNvPr id="19" name="icon-title-2">
            <a:extLst xmlns:a="http://schemas.openxmlformats.org/drawingml/2006/main">
              <a:ext uri="{FF2B5EF4-FFF2-40B4-BE49-F238E27FC236}">
                <a16:creationId xmlns:a16="http://schemas.microsoft.com/office/drawing/2014/main" id="{1B1A2A5B-624B-471D-9CAC-4F27175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Product icons</a:t>
            </a:r>
          </a:p>
        </p:txBody>
      </p:sp>
      <p:sp>
        <p:nvSpPr>
          <p:cNvPr id="20" name="icon-copy-2">
            <a:extLst xmlns:a="http://schemas.openxmlformats.org/drawingml/2006/main">
              <a:ext uri="{FF2B5EF4-FFF2-40B4-BE49-F238E27FC236}">
                <a16:creationId xmlns:a16="http://schemas.microsoft.com/office/drawing/2014/main" id="{103AC707-1035-4059-BE75-03852F44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5148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Use the established SVG library at 16, 20, or 24 DIP. Supply PNG fallback.</a:t>
            </a:r>
          </a:p>
        </p:txBody>
      </p:sp>
      <p:sp>
        <p:nvSpPr>
          <p:cNvPr id="21" name="footer-10">
            <a:extLst xmlns:a="http://schemas.openxmlformats.org/drawingml/2006/main">
              <a:ext uri="{FF2B5EF4-FFF2-40B4-BE49-F238E27FC236}">
                <a16:creationId xmlns:a16="http://schemas.microsoft.com/office/drawing/2014/main" id="{FB29EBC8-4D3B-4FF6-A2E5-AFF7669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22" name="page-10">
            <a:extLst xmlns:a="http://schemas.openxmlformats.org/drawingml/2006/main">
              <a:ext uri="{FF2B5EF4-FFF2-40B4-BE49-F238E27FC236}">
                <a16:creationId xmlns:a16="http://schemas.microsoft.com/office/drawing/2014/main" id="{70F6533D-4FAF-4586-BD5E-22FF2AA1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CFC5D3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CFC5D3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16252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11">
            <a:extLst xmlns:a="http://schemas.openxmlformats.org/drawingml/2006/main">
              <a:ext uri="{FF2B5EF4-FFF2-40B4-BE49-F238E27FC236}">
                <a16:creationId xmlns:a16="http://schemas.microsoft.com/office/drawing/2014/main" id="{6BF9614C-28BF-4F4D-A19C-9ED8C76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BUTTONS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ABC3B90F-D908-440E-AED2-2446321B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Apply the brand through existing semantic variants and states.</a:t>
            </a:r>
          </a:p>
        </p:txBody>
      </p:sp>
      <p:sp>
        <p:nvSpPr>
          <p:cNvPr id="3" name="button-light-label">
            <a:extLst xmlns:a="http://schemas.openxmlformats.org/drawingml/2006/main">
              <a:ext uri="{FF2B5EF4-FFF2-40B4-BE49-F238E27FC236}">
                <a16:creationId xmlns:a16="http://schemas.microsoft.com/office/drawing/2014/main" id="{D5C38355-0B2C-4734-913E-DB2B8CD8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19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LIGHT</a:t>
            </a:r>
          </a:p>
        </p:txBody>
      </p:sp>
      <p:sp>
        <p:nvSpPr>
          <p:cNvPr id="4" name="button-Slice &amp; print-64-210">
            <a:extLst xmlns:a="http://schemas.openxmlformats.org/drawingml/2006/main">
              <a:ext uri="{FF2B5EF4-FFF2-40B4-BE49-F238E27FC236}">
                <a16:creationId xmlns:a16="http://schemas.microsoft.com/office/drawing/2014/main" id="{67BD15E1-7C8C-4F43-B438-6FD1470F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00250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tton-text-Slice &amp; print-64-210">
            <a:extLst xmlns:a="http://schemas.openxmlformats.org/drawingml/2006/main">
              <a:ext uri="{FF2B5EF4-FFF2-40B4-BE49-F238E27FC236}">
                <a16:creationId xmlns:a16="http://schemas.microsoft.com/office/drawing/2014/main" id="{C868545E-4B45-425B-A04C-9A77C22B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9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Slice &amp; print</a:t>
            </a:r>
          </a:p>
        </p:txBody>
      </p:sp>
      <p:sp>
        <p:nvSpPr>
          <p:cNvPr id="6" name="button-Cancel-264-210">
            <a:extLst xmlns:a="http://schemas.openxmlformats.org/drawingml/2006/main">
              <a:ext uri="{FF2B5EF4-FFF2-40B4-BE49-F238E27FC236}">
                <a16:creationId xmlns:a16="http://schemas.microsoft.com/office/drawing/2014/main" id="{2C34B0E2-0581-48A3-8461-72D1514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2000250"/>
            <a:ext cx="14287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7" name="button-text-Cancel-264-210">
            <a:extLst xmlns:a="http://schemas.openxmlformats.org/drawingml/2006/main">
              <a:ext uri="{FF2B5EF4-FFF2-40B4-BE49-F238E27FC236}">
                <a16:creationId xmlns:a16="http://schemas.microsoft.com/office/drawing/2014/main" id="{B56702A4-515C-40F5-95FF-5A97B6C5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2095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Cancel</a:t>
            </a:r>
          </a:p>
        </p:txBody>
      </p:sp>
      <p:sp>
        <p:nvSpPr>
          <p:cNvPr id="8" name="button-Delete-434-210">
            <a:extLst xmlns:a="http://schemas.openxmlformats.org/drawingml/2006/main">
              <a:ext uri="{FF2B5EF4-FFF2-40B4-BE49-F238E27FC236}">
                <a16:creationId xmlns:a16="http://schemas.microsoft.com/office/drawing/2014/main" id="{D2BD68FF-0DC7-445E-B032-F58DCE7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000250"/>
            <a:ext cx="14287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4757"/>
            </a:solidFill>
            <a:prstDash val="solid"/>
          </a:ln>
        </p:spPr>
      </p:sp>
      <p:sp>
        <p:nvSpPr>
          <p:cNvPr id="9" name="button-text-Delete-434-210">
            <a:extLst xmlns:a="http://schemas.openxmlformats.org/drawingml/2006/main">
              <a:ext uri="{FF2B5EF4-FFF2-40B4-BE49-F238E27FC236}">
                <a16:creationId xmlns:a16="http://schemas.microsoft.com/office/drawing/2014/main" id="{F9209884-A53D-459D-A04F-A044743E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095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4475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B44757"/>
                </a:solidFill>
                <a:latin typeface="HarmonyOS Sans SC"/>
                <a:ea typeface="HarmonyOS Sans SC"/>
                <a:cs typeface="HarmonyOS Sans SC"/>
              </a:rPr>
              <a:t>Delete</a:t>
            </a:r>
          </a:p>
        </p:txBody>
      </p:sp>
      <p:sp>
        <p:nvSpPr>
          <p:cNvPr id="10" name="button-Disabled-604-210">
            <a:extLst xmlns:a="http://schemas.openxmlformats.org/drawingml/2006/main">
              <a:ext uri="{FF2B5EF4-FFF2-40B4-BE49-F238E27FC236}">
                <a16:creationId xmlns:a16="http://schemas.microsoft.com/office/drawing/2014/main" id="{DB7F11CF-A391-4B5E-87D2-EC3E32A5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2000250"/>
            <a:ext cx="13335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tton-text-Disabled-604-210">
            <a:extLst xmlns:a="http://schemas.openxmlformats.org/drawingml/2006/main">
              <a:ext uri="{FF2B5EF4-FFF2-40B4-BE49-F238E27FC236}">
                <a16:creationId xmlns:a16="http://schemas.microsoft.com/office/drawing/2014/main" id="{FCD503DD-6C7E-4FAC-9CB9-FF4AEED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2095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8A838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8A838F"/>
                </a:solidFill>
                <a:latin typeface="HarmonyOS Sans SC"/>
                <a:ea typeface="HarmonyOS Sans SC"/>
                <a:cs typeface="HarmonyOS Sans SC"/>
              </a:rPr>
              <a:t>Disabled</a:t>
            </a:r>
          </a:p>
        </p:txBody>
      </p:sp>
      <p:sp>
        <p:nvSpPr>
          <p:cNvPr id="12" name="focus-outer-light">
            <a:extLst xmlns:a="http://schemas.openxmlformats.org/drawingml/2006/main">
              <a:ext uri="{FF2B5EF4-FFF2-40B4-BE49-F238E27FC236}">
                <a16:creationId xmlns:a16="http://schemas.microsoft.com/office/drawing/2014/main" id="{A68CDAF7-EF10-45C5-8E22-77A26462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1943100"/>
            <a:ext cx="1809750" cy="495300"/>
          </a:xfrm>
          <a:prstGeom xmlns:a="http://schemas.openxmlformats.org/drawingml/2006/main" prst="roundRect">
            <a:avLst>
              <a:gd name="adj" fmla="val 1923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F4F84"/>
            </a:solidFill>
            <a:prstDash val="solid"/>
          </a:ln>
        </p:spPr>
      </p:sp>
      <p:sp>
        <p:nvSpPr>
          <p:cNvPr id="13" name="button-Focused-768-210">
            <a:extLst xmlns:a="http://schemas.openxmlformats.org/drawingml/2006/main">
              <a:ext uri="{FF2B5EF4-FFF2-40B4-BE49-F238E27FC236}">
                <a16:creationId xmlns:a16="http://schemas.microsoft.com/office/drawing/2014/main" id="{3510245C-B027-40BD-BAE6-B023FD98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2000250"/>
            <a:ext cx="1695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tton-text-Focused-768-210">
            <a:extLst xmlns:a="http://schemas.openxmlformats.org/drawingml/2006/main">
              <a:ext uri="{FF2B5EF4-FFF2-40B4-BE49-F238E27FC236}">
                <a16:creationId xmlns:a16="http://schemas.microsoft.com/office/drawing/2014/main" id="{D5D7EF76-180C-4632-B691-CBECFB5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20955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Focused</a:t>
            </a:r>
          </a:p>
        </p:txBody>
      </p:sp>
      <p:sp>
        <p:nvSpPr>
          <p:cNvPr id="15" name="button-dark-label">
            <a:extLst xmlns:a="http://schemas.openxmlformats.org/drawingml/2006/main">
              <a:ext uri="{FF2B5EF4-FFF2-40B4-BE49-F238E27FC236}">
                <a16:creationId xmlns:a16="http://schemas.microsoft.com/office/drawing/2014/main" id="{A317F1AB-404E-4E15-A81F-13DED665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19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DARK</a:t>
            </a:r>
          </a:p>
        </p:txBody>
      </p:sp>
      <p:sp>
        <p:nvSpPr>
          <p:cNvPr id="16" name="button-dark-stage">
            <a:extLst xmlns:a="http://schemas.openxmlformats.org/drawingml/2006/main">
              <a:ext uri="{FF2B5EF4-FFF2-40B4-BE49-F238E27FC236}">
                <a16:creationId xmlns:a16="http://schemas.microsoft.com/office/drawing/2014/main" id="{4C578E68-A829-49BB-8CE5-B68FA0CB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124200"/>
            <a:ext cx="8458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tton-Slice &amp; print-88-349">
            <a:extLst xmlns:a="http://schemas.openxmlformats.org/drawingml/2006/main">
              <a:ext uri="{FF2B5EF4-FFF2-40B4-BE49-F238E27FC236}">
                <a16:creationId xmlns:a16="http://schemas.microsoft.com/office/drawing/2014/main" id="{0CC68D73-95AF-426E-A763-A7E5F07F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324225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tton-text-Slice &amp; print-88-349">
            <a:extLst xmlns:a="http://schemas.openxmlformats.org/drawingml/2006/main">
              <a:ext uri="{FF2B5EF4-FFF2-40B4-BE49-F238E27FC236}">
                <a16:creationId xmlns:a16="http://schemas.microsoft.com/office/drawing/2014/main" id="{5BB30201-C39A-4EBC-A584-01E2298F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19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Slice &amp; print</a:t>
            </a:r>
          </a:p>
        </p:txBody>
      </p:sp>
      <p:sp>
        <p:nvSpPr>
          <p:cNvPr id="19" name="button-Cancel-288-349">
            <a:extLst xmlns:a="http://schemas.openxmlformats.org/drawingml/2006/main">
              <a:ext uri="{FF2B5EF4-FFF2-40B4-BE49-F238E27FC236}">
                <a16:creationId xmlns:a16="http://schemas.microsoft.com/office/drawing/2014/main" id="{EFFCA2A3-7425-48D1-A987-ED95A045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3324225"/>
            <a:ext cx="14287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20" name="button-text-Cancel-288-349">
            <a:extLst xmlns:a="http://schemas.openxmlformats.org/drawingml/2006/main">
              <a:ext uri="{FF2B5EF4-FFF2-40B4-BE49-F238E27FC236}">
                <a16:creationId xmlns:a16="http://schemas.microsoft.com/office/drawing/2014/main" id="{D07ACB1C-7A9E-4AEA-97A4-E2FAADC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3419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rPr>
              <a:t>Cancel</a:t>
            </a:r>
          </a:p>
        </p:txBody>
      </p:sp>
      <p:sp>
        <p:nvSpPr>
          <p:cNvPr id="21" name="button-Delete-458-349">
            <a:extLst xmlns:a="http://schemas.openxmlformats.org/drawingml/2006/main">
              <a:ext uri="{FF2B5EF4-FFF2-40B4-BE49-F238E27FC236}">
                <a16:creationId xmlns:a16="http://schemas.microsoft.com/office/drawing/2014/main" id="{6990271A-3EE8-484B-84C3-001B7CC4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3324225"/>
            <a:ext cx="14287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F07A8E"/>
            </a:solidFill>
            <a:prstDash val="solid"/>
          </a:ln>
        </p:spPr>
      </p:sp>
      <p:sp>
        <p:nvSpPr>
          <p:cNvPr id="22" name="button-text-Delete-458-349">
            <a:extLst xmlns:a="http://schemas.openxmlformats.org/drawingml/2006/main">
              <a:ext uri="{FF2B5EF4-FFF2-40B4-BE49-F238E27FC236}">
                <a16:creationId xmlns:a16="http://schemas.microsoft.com/office/drawing/2014/main" id="{6A654570-F38B-4DE1-A0B0-61F9CF50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3419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07A8E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07A8E"/>
                </a:solidFill>
                <a:latin typeface="HarmonyOS Sans SC"/>
                <a:ea typeface="HarmonyOS Sans SC"/>
                <a:cs typeface="HarmonyOS Sans SC"/>
              </a:rPr>
              <a:t>Delete</a:t>
            </a:r>
          </a:p>
        </p:txBody>
      </p:sp>
      <p:sp>
        <p:nvSpPr>
          <p:cNvPr id="23" name="focus-outer-dark">
            <a:extLst xmlns:a="http://schemas.openxmlformats.org/drawingml/2006/main">
              <a:ext uri="{FF2B5EF4-FFF2-40B4-BE49-F238E27FC236}">
                <a16:creationId xmlns:a16="http://schemas.microsoft.com/office/drawing/2014/main" id="{01E391AA-F11C-4E8F-A314-6C2E86DD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3267075"/>
            <a:ext cx="1809750" cy="495300"/>
          </a:xfrm>
          <a:prstGeom xmlns:a="http://schemas.openxmlformats.org/drawingml/2006/main" prst="roundRect">
            <a:avLst>
              <a:gd name="adj" fmla="val 1923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D6A8D"/>
            </a:solidFill>
            <a:prstDash val="solid"/>
          </a:ln>
        </p:spPr>
      </p:sp>
      <p:sp>
        <p:nvSpPr>
          <p:cNvPr id="24" name="button-Focused-636-349">
            <a:extLst xmlns:a="http://schemas.openxmlformats.org/drawingml/2006/main">
              <a:ext uri="{FF2B5EF4-FFF2-40B4-BE49-F238E27FC236}">
                <a16:creationId xmlns:a16="http://schemas.microsoft.com/office/drawing/2014/main" id="{EE30FC3A-1808-4D49-A033-5808AA4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3324225"/>
            <a:ext cx="1695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tton-text-Focused-636-349">
            <a:extLst xmlns:a="http://schemas.openxmlformats.org/drawingml/2006/main">
              <a:ext uri="{FF2B5EF4-FFF2-40B4-BE49-F238E27FC236}">
                <a16:creationId xmlns:a16="http://schemas.microsoft.com/office/drawing/2014/main" id="{B9D849FC-FD21-4D03-BA32-68E6747D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341947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Focused</a:t>
            </a:r>
          </a:p>
        </p:txBody>
      </p:sp>
      <p:sp>
        <p:nvSpPr>
          <p:cNvPr id="26" name="button-rule">
            <a:extLst xmlns:a="http://schemas.openxmlformats.org/drawingml/2006/main">
              <a:ext uri="{FF2B5EF4-FFF2-40B4-BE49-F238E27FC236}">
                <a16:creationId xmlns:a16="http://schemas.microsoft.com/office/drawing/2014/main" id="{B4469E18-D0C0-41A6-B0D0-8B02D9B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05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utton-spec-title-0">
            <a:extLst xmlns:a="http://schemas.openxmlformats.org/drawingml/2006/main">
              <a:ext uri="{FF2B5EF4-FFF2-40B4-BE49-F238E27FC236}">
                <a16:creationId xmlns:a16="http://schemas.microsoft.com/office/drawing/2014/main" id="{70ADF26A-BFE0-483C-8C82-8A69155F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67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Compact</a:t>
            </a:r>
          </a:p>
        </p:txBody>
      </p:sp>
      <p:sp>
        <p:nvSpPr>
          <p:cNvPr id="28" name="button-spec-copy-0">
            <a:extLst xmlns:a="http://schemas.openxmlformats.org/drawingml/2006/main">
              <a:ext uri="{FF2B5EF4-FFF2-40B4-BE49-F238E27FC236}">
                <a16:creationId xmlns:a16="http://schemas.microsoft.com/office/drawing/2014/main" id="{FB2EA7C2-1265-4517-90CD-800AA81D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667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padding 8×3 · radius 8 · body 10</a:t>
            </a:r>
          </a:p>
        </p:txBody>
      </p:sp>
      <p:sp>
        <p:nvSpPr>
          <p:cNvPr id="29" name="button-spec-title-1">
            <a:extLst xmlns:a="http://schemas.openxmlformats.org/drawingml/2006/main">
              <a:ext uri="{FF2B5EF4-FFF2-40B4-BE49-F238E27FC236}">
                <a16:creationId xmlns:a16="http://schemas.microsoft.com/office/drawing/2014/main" id="{9B117860-6C82-423C-940F-6EC83266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667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Window</a:t>
            </a:r>
          </a:p>
        </p:txBody>
      </p:sp>
      <p:sp>
        <p:nvSpPr>
          <p:cNvPr id="30" name="button-spec-copy-1">
            <a:extLst xmlns:a="http://schemas.openxmlformats.org/drawingml/2006/main">
              <a:ext uri="{FF2B5EF4-FFF2-40B4-BE49-F238E27FC236}">
                <a16:creationId xmlns:a16="http://schemas.microsoft.com/office/drawing/2014/main" id="{5A9ACC2B-6BF3-4635-B746-699D213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4667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58×24 min · radius 12 · body 12</a:t>
            </a:r>
          </a:p>
        </p:txBody>
      </p:sp>
      <p:sp>
        <p:nvSpPr>
          <p:cNvPr id="31" name="button-spec-title-2">
            <a:extLst xmlns:a="http://schemas.openxmlformats.org/drawingml/2006/main">
              <a:ext uri="{FF2B5EF4-FFF2-40B4-BE49-F238E27FC236}">
                <a16:creationId xmlns:a16="http://schemas.microsoft.com/office/drawing/2014/main" id="{5E98FA32-E9E9-4106-A942-11E0940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667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Choice</a:t>
            </a:r>
          </a:p>
        </p:txBody>
      </p:sp>
      <p:sp>
        <p:nvSpPr>
          <p:cNvPr id="32" name="button-spec-copy-2">
            <a:extLst xmlns:a="http://schemas.openxmlformats.org/drawingml/2006/main">
              <a:ext uri="{FF2B5EF4-FFF2-40B4-BE49-F238E27FC236}">
                <a16:creationId xmlns:a16="http://schemas.microsoft.com/office/drawing/2014/main" id="{3F2C75FA-27E8-4D1B-95E3-83021830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4667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100×32 min · padding 12×8 · radius 4</a:t>
            </a:r>
          </a:p>
        </p:txBody>
      </p:sp>
      <p:sp>
        <p:nvSpPr>
          <p:cNvPr id="33" name="button-spec-title-3">
            <a:extLst xmlns:a="http://schemas.openxmlformats.org/drawingml/2006/main">
              <a:ext uri="{FF2B5EF4-FFF2-40B4-BE49-F238E27FC236}">
                <a16:creationId xmlns:a16="http://schemas.microsoft.com/office/drawing/2014/main" id="{1615D9D1-2C9F-4EFE-B29E-5DF3F78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37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Parameter</a:t>
            </a:r>
          </a:p>
        </p:txBody>
      </p:sp>
      <p:sp>
        <p:nvSpPr>
          <p:cNvPr id="34" name="button-spec-copy-3">
            <a:extLst xmlns:a="http://schemas.openxmlformats.org/drawingml/2006/main">
              <a:ext uri="{FF2B5EF4-FFF2-40B4-BE49-F238E27FC236}">
                <a16:creationId xmlns:a16="http://schemas.microsoft.com/office/drawing/2014/main" id="{F4B5EBB4-681E-4B82-A51A-DA011554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3721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120×26 · radius 4 · body 14</a:t>
            </a:r>
          </a:p>
        </p:txBody>
      </p:sp>
      <p:sp>
        <p:nvSpPr>
          <p:cNvPr id="35" name="button-spec-title-4">
            <a:extLst xmlns:a="http://schemas.openxmlformats.org/drawingml/2006/main">
              <a:ext uri="{FF2B5EF4-FFF2-40B4-BE49-F238E27FC236}">
                <a16:creationId xmlns:a16="http://schemas.microsoft.com/office/drawing/2014/main" id="{531CD46E-A3CB-459F-8894-46D68EB6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37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Icon</a:t>
            </a:r>
          </a:p>
        </p:txBody>
      </p:sp>
      <p:sp>
        <p:nvSpPr>
          <p:cNvPr id="36" name="button-spec-copy-4">
            <a:extLst xmlns:a="http://schemas.openxmlformats.org/drawingml/2006/main">
              <a:ext uri="{FF2B5EF4-FFF2-40B4-BE49-F238E27FC236}">
                <a16:creationId xmlns:a16="http://schemas.microsoft.com/office/drawing/2014/main" id="{9AE65EAF-DB2D-49D5-95B7-573B0374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53721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26×26 · icon 16 · radius 4</a:t>
            </a:r>
          </a:p>
        </p:txBody>
      </p:sp>
      <p:sp>
        <p:nvSpPr>
          <p:cNvPr id="37" name="button-spec-title-5">
            <a:extLst xmlns:a="http://schemas.openxmlformats.org/drawingml/2006/main">
              <a:ext uri="{FF2B5EF4-FFF2-40B4-BE49-F238E27FC236}">
                <a16:creationId xmlns:a16="http://schemas.microsoft.com/office/drawing/2014/main" id="{3E7BE7A8-FE35-4E13-97A7-6C922BC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537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3A2D64"/>
                </a:solidFill>
                <a:latin typeface="HarmonyOS Sans SC"/>
                <a:ea typeface="HarmonyOS Sans SC"/>
                <a:cs typeface="HarmonyOS Sans SC"/>
              </a:rPr>
              <a:t>Expanded</a:t>
            </a:r>
          </a:p>
        </p:txBody>
      </p:sp>
      <p:sp>
        <p:nvSpPr>
          <p:cNvPr id="38" name="button-spec-copy-5">
            <a:extLst xmlns:a="http://schemas.openxmlformats.org/drawingml/2006/main">
              <a:ext uri="{FF2B5EF4-FFF2-40B4-BE49-F238E27FC236}">
                <a16:creationId xmlns:a16="http://schemas.microsoft.com/office/drawing/2014/main" id="{E3587965-6BD9-4798-B64A-64C827F8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53721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32 high min · padding 12×8 · radius 4</a:t>
            </a:r>
          </a:p>
        </p:txBody>
      </p:sp>
      <p:sp>
        <p:nvSpPr>
          <p:cNvPr id="39" name="footer-11">
            <a:extLst xmlns:a="http://schemas.openxmlformats.org/drawingml/2006/main">
              <a:ext uri="{FF2B5EF4-FFF2-40B4-BE49-F238E27FC236}">
                <a16:creationId xmlns:a16="http://schemas.microsoft.com/office/drawing/2014/main" id="{7EE3F940-940F-47D2-8B4D-032C6980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40" name="page-11">
            <a:extLst xmlns:a="http://schemas.openxmlformats.org/drawingml/2006/main">
              <a:ext uri="{FF2B5EF4-FFF2-40B4-BE49-F238E27FC236}">
                <a16:creationId xmlns:a16="http://schemas.microsoft.com/office/drawing/2014/main" id="{2B9901B6-A07D-4B9C-A1AA-27AE647C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17824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-12">
            <a:extLst xmlns:a="http://schemas.openxmlformats.org/drawingml/2006/main">
              <a:ext uri="{FF2B5EF4-FFF2-40B4-BE49-F238E27FC236}">
                <a16:creationId xmlns:a16="http://schemas.microsoft.com/office/drawing/2014/main" id="{2F7126CE-FC40-472A-9E7B-6B64E3F7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CORE COMPONENTS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A7A8FF8-7A78-4EC2-A4A0-0F103CED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Build high fidelity from a small, explicit native component set.</a:t>
            </a:r>
          </a:p>
        </p:txBody>
      </p:sp>
      <p:sp>
        <p:nvSpPr>
          <p:cNvPr id="3" name="component-light">
            <a:extLst xmlns:a="http://schemas.openxmlformats.org/drawingml/2006/main">
              <a:ext uri="{FF2B5EF4-FFF2-40B4-BE49-F238E27FC236}">
                <a16:creationId xmlns:a16="http://schemas.microsoft.com/office/drawing/2014/main" id="{AE834B63-E29B-41E6-8C26-7DA3011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0"/>
            <a:ext cx="51054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4" name="component-dark">
            <a:extLst xmlns:a="http://schemas.openxmlformats.org/drawingml/2006/main">
              <a:ext uri="{FF2B5EF4-FFF2-40B4-BE49-F238E27FC236}">
                <a16:creationId xmlns:a16="http://schemas.microsoft.com/office/drawing/2014/main" id="{E0BA92B8-FE97-4D11-B6CA-76BEE631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1714500"/>
            <a:ext cx="51054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9525">
            <a:solidFill>
              <a:srgbClr val="4B3E57"/>
            </a:solidFill>
            <a:prstDash val="solid"/>
          </a:ln>
        </p:spPr>
      </p:sp>
      <p:sp>
        <p:nvSpPr>
          <p:cNvPr id="5" name="component-mode-0">
            <a:extLst xmlns:a="http://schemas.openxmlformats.org/drawingml/2006/main">
              <a:ext uri="{FF2B5EF4-FFF2-40B4-BE49-F238E27FC236}">
                <a16:creationId xmlns:a16="http://schemas.microsoft.com/office/drawing/2014/main" id="{EFEBDD9D-5FD6-4251-8F2C-71427913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943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6F4F84"/>
                </a:solidFill>
                <a:latin typeface="Courier New"/>
                <a:ea typeface="Courier New"/>
                <a:cs typeface="Courier New"/>
              </a:rPr>
              <a:t>LIGHT</a:t>
            </a:r>
          </a:p>
        </p:txBody>
      </p:sp>
      <p:sp>
        <p:nvSpPr>
          <p:cNvPr id="6" name="input-label-0">
            <a:extLst xmlns:a="http://schemas.openxmlformats.org/drawingml/2006/main">
              <a:ext uri="{FF2B5EF4-FFF2-40B4-BE49-F238E27FC236}">
                <a16:creationId xmlns:a16="http://schemas.microsoft.com/office/drawing/2014/main" id="{94D9B769-A3CF-466B-8C3E-D9BE874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343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Printer name</a:t>
            </a:r>
          </a:p>
        </p:txBody>
      </p:sp>
      <p:sp>
        <p:nvSpPr>
          <p:cNvPr id="7" name="input-0">
            <a:extLst xmlns:a="http://schemas.openxmlformats.org/drawingml/2006/main">
              <a:ext uri="{FF2B5EF4-FFF2-40B4-BE49-F238E27FC236}">
                <a16:creationId xmlns:a16="http://schemas.microsoft.com/office/drawing/2014/main" id="{9B73A433-B75E-44F0-B74E-048C3D6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590800"/>
            <a:ext cx="2857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8" name="input-value-0">
            <a:extLst xmlns:a="http://schemas.openxmlformats.org/drawingml/2006/main">
              <a:ext uri="{FF2B5EF4-FFF2-40B4-BE49-F238E27FC236}">
                <a16:creationId xmlns:a16="http://schemas.microsoft.com/office/drawing/2014/main" id="{ECD7D736-57F4-41A9-A2C1-EA80404B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6860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JusPrin Studio</a:t>
            </a:r>
          </a:p>
        </p:txBody>
      </p:sp>
      <p:sp>
        <p:nvSpPr>
          <p:cNvPr id="9" name="select-label-0">
            <a:extLst xmlns:a="http://schemas.openxmlformats.org/drawingml/2006/main">
              <a:ext uri="{FF2B5EF4-FFF2-40B4-BE49-F238E27FC236}">
                <a16:creationId xmlns:a16="http://schemas.microsoft.com/office/drawing/2014/main" id="{E85F7164-EA5B-422E-9DB0-8B8F9670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143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Quality</a:t>
            </a:r>
          </a:p>
        </p:txBody>
      </p:sp>
      <p:sp>
        <p:nvSpPr>
          <p:cNvPr id="10" name="select-0">
            <a:extLst xmlns:a="http://schemas.openxmlformats.org/drawingml/2006/main">
              <a:ext uri="{FF2B5EF4-FFF2-40B4-BE49-F238E27FC236}">
                <a16:creationId xmlns:a16="http://schemas.microsoft.com/office/drawing/2014/main" id="{9CAD1379-00D1-471E-BEF4-0E50DC6B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390900"/>
            <a:ext cx="2857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11" name="select-value-0">
            <a:extLst xmlns:a="http://schemas.openxmlformats.org/drawingml/2006/main">
              <a:ext uri="{FF2B5EF4-FFF2-40B4-BE49-F238E27FC236}">
                <a16:creationId xmlns:a16="http://schemas.microsoft.com/office/drawing/2014/main" id="{BBE4BD9F-8A11-4935-A174-E7D38F1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486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0.20 mm Standard                 ▾</a:t>
            </a:r>
          </a:p>
        </p:txBody>
      </p:sp>
      <p:sp>
        <p:nvSpPr>
          <p:cNvPr id="12" name="chip-READY-88-422">
            <a:extLst xmlns:a="http://schemas.openxmlformats.org/drawingml/2006/main">
              <a:ext uri="{FF2B5EF4-FFF2-40B4-BE49-F238E27FC236}">
                <a16:creationId xmlns:a16="http://schemas.microsoft.com/office/drawing/2014/main" id="{7D8BC653-6FFA-46AE-8441-05878757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9550"/>
            <a:ext cx="1200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D6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ip-text-READY-88-422">
            <a:extLst xmlns:a="http://schemas.openxmlformats.org/drawingml/2006/main">
              <a:ext uri="{FF2B5EF4-FFF2-40B4-BE49-F238E27FC236}">
                <a16:creationId xmlns:a16="http://schemas.microsoft.com/office/drawing/2014/main" id="{E656B6E9-CA1E-407F-95A2-0DC601F9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957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READY</a:t>
            </a:r>
          </a:p>
        </p:txBody>
      </p:sp>
      <p:sp>
        <p:nvSpPr>
          <p:cNvPr id="14" name="chip-WARNING-230-422">
            <a:extLst xmlns:a="http://schemas.openxmlformats.org/drawingml/2006/main">
              <a:ext uri="{FF2B5EF4-FFF2-40B4-BE49-F238E27FC236}">
                <a16:creationId xmlns:a16="http://schemas.microsoft.com/office/drawing/2014/main" id="{E92A992A-5730-4FC0-B89C-1F2799D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019550"/>
            <a:ext cx="1200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49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ip-text-WARNING-230-422">
            <a:extLst xmlns:a="http://schemas.openxmlformats.org/drawingml/2006/main">
              <a:ext uri="{FF2B5EF4-FFF2-40B4-BE49-F238E27FC236}">
                <a16:creationId xmlns:a16="http://schemas.microsoft.com/office/drawing/2014/main" id="{7797B220-278C-44CE-BE24-EAD9AED4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0957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WARNING</a:t>
            </a:r>
          </a:p>
        </p:txBody>
      </p:sp>
      <p:sp>
        <p:nvSpPr>
          <p:cNvPr id="16" name="chip-ERROR-372-422">
            <a:extLst xmlns:a="http://schemas.openxmlformats.org/drawingml/2006/main">
              <a:ext uri="{FF2B5EF4-FFF2-40B4-BE49-F238E27FC236}">
                <a16:creationId xmlns:a16="http://schemas.microsoft.com/office/drawing/2014/main" id="{228EDBB8-8582-4B25-A6D1-75BB0E1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4019550"/>
            <a:ext cx="1200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B44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ip-text-ERROR-372-422">
            <a:extLst xmlns:a="http://schemas.openxmlformats.org/drawingml/2006/main">
              <a:ext uri="{FF2B5EF4-FFF2-40B4-BE49-F238E27FC236}">
                <a16:creationId xmlns:a16="http://schemas.microsoft.com/office/drawing/2014/main" id="{B98BBA33-879B-4E3B-A506-93D75A3A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40957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ERROR</a:t>
            </a:r>
          </a:p>
        </p:txBody>
      </p:sp>
      <p:sp>
        <p:nvSpPr>
          <p:cNvPr id="18" name="panel-0">
            <a:extLst xmlns:a="http://schemas.openxmlformats.org/drawingml/2006/main">
              <a:ext uri="{FF2B5EF4-FFF2-40B4-BE49-F238E27FC236}">
                <a16:creationId xmlns:a16="http://schemas.microsoft.com/office/drawing/2014/main" id="{1163BD2F-00FA-43FA-A320-32820361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6101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19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CFF00362-4698-4659-9CED-DC640233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781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Support</a:t>
            </a:r>
          </a:p>
        </p:txBody>
      </p:sp>
      <p:sp>
        <p:nvSpPr>
          <p:cNvPr id="20" name="panel-copy-0">
            <a:extLst xmlns:a="http://schemas.openxmlformats.org/drawingml/2006/main">
              <a:ext uri="{FF2B5EF4-FFF2-40B4-BE49-F238E27FC236}">
                <a16:creationId xmlns:a16="http://schemas.microsoft.com/office/drawing/2014/main" id="{0A08F0F9-5908-4BF7-8675-13679BAC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5067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Build plate only</a:t>
            </a:r>
          </a:p>
        </p:txBody>
      </p:sp>
      <p:sp>
        <p:nvSpPr>
          <p:cNvPr id="21" name="toggle-track-0">
            <a:extLst xmlns:a="http://schemas.openxmlformats.org/drawingml/2006/main">
              <a:ext uri="{FF2B5EF4-FFF2-40B4-BE49-F238E27FC236}">
                <a16:creationId xmlns:a16="http://schemas.microsoft.com/office/drawing/2014/main" id="{1E97E60E-3D68-44F9-880F-5485078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4857750"/>
            <a:ext cx="533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oggle-thumb-0">
            <a:extLst xmlns:a="http://schemas.openxmlformats.org/drawingml/2006/main">
              <a:ext uri="{FF2B5EF4-FFF2-40B4-BE49-F238E27FC236}">
                <a16:creationId xmlns:a16="http://schemas.microsoft.com/office/drawing/2014/main" id="{DE0D58B1-FB1D-4164-B60E-EC149AD9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895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mode-1">
            <a:extLst xmlns:a="http://schemas.openxmlformats.org/drawingml/2006/main">
              <a:ext uri="{FF2B5EF4-FFF2-40B4-BE49-F238E27FC236}">
                <a16:creationId xmlns:a16="http://schemas.microsoft.com/office/drawing/2014/main" id="{75B59A96-F65B-42DF-B0D6-8E8E352F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1943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DARK</a:t>
            </a:r>
          </a:p>
        </p:txBody>
      </p:sp>
      <p:sp>
        <p:nvSpPr>
          <p:cNvPr id="24" name="input-label-1">
            <a:extLst xmlns:a="http://schemas.openxmlformats.org/drawingml/2006/main">
              <a:ext uri="{FF2B5EF4-FFF2-40B4-BE49-F238E27FC236}">
                <a16:creationId xmlns:a16="http://schemas.microsoft.com/office/drawing/2014/main" id="{FA2F32C1-1159-47AC-95CB-04BC3690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2343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rPr>
              <a:t>Printer name</a:t>
            </a:r>
          </a:p>
        </p:txBody>
      </p:sp>
      <p:sp>
        <p:nvSpPr>
          <p:cNvPr id="25" name="input-1">
            <a:extLst xmlns:a="http://schemas.openxmlformats.org/drawingml/2006/main">
              <a:ext uri="{FF2B5EF4-FFF2-40B4-BE49-F238E27FC236}">
                <a16:creationId xmlns:a16="http://schemas.microsoft.com/office/drawing/2014/main" id="{70EC6D07-0051-4ED0-B3ED-7E26478B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2590800"/>
            <a:ext cx="2857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26" name="input-value-1">
            <a:extLst xmlns:a="http://schemas.openxmlformats.org/drawingml/2006/main">
              <a:ext uri="{FF2B5EF4-FFF2-40B4-BE49-F238E27FC236}">
                <a16:creationId xmlns:a16="http://schemas.microsoft.com/office/drawing/2014/main" id="{6CEF3B03-FC15-4C1E-A959-F9663B7C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6860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rPr>
              <a:t>JusPrin Studio</a:t>
            </a:r>
          </a:p>
        </p:txBody>
      </p:sp>
      <p:sp>
        <p:nvSpPr>
          <p:cNvPr id="27" name="select-label-1">
            <a:extLst xmlns:a="http://schemas.openxmlformats.org/drawingml/2006/main">
              <a:ext uri="{FF2B5EF4-FFF2-40B4-BE49-F238E27FC236}">
                <a16:creationId xmlns:a16="http://schemas.microsoft.com/office/drawing/2014/main" id="{8F7ED4F4-A895-40F2-BB52-385E0E72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3143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rPr>
              <a:t>Quality</a:t>
            </a:r>
          </a:p>
        </p:txBody>
      </p:sp>
      <p:sp>
        <p:nvSpPr>
          <p:cNvPr id="28" name="select-1">
            <a:extLst xmlns:a="http://schemas.openxmlformats.org/drawingml/2006/main">
              <a:ext uri="{FF2B5EF4-FFF2-40B4-BE49-F238E27FC236}">
                <a16:creationId xmlns:a16="http://schemas.microsoft.com/office/drawing/2014/main" id="{55445D53-5FB8-487C-90BD-7CEEAED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3390900"/>
            <a:ext cx="2857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29" name="select-value-1">
            <a:extLst xmlns:a="http://schemas.openxmlformats.org/drawingml/2006/main">
              <a:ext uri="{FF2B5EF4-FFF2-40B4-BE49-F238E27FC236}">
                <a16:creationId xmlns:a16="http://schemas.microsoft.com/office/drawing/2014/main" id="{3246440A-BF05-401E-A532-63E5D577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3486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rPr>
              <a:t>0.20 mm Standard                 ▾</a:t>
            </a:r>
          </a:p>
        </p:txBody>
      </p:sp>
      <p:sp>
        <p:nvSpPr>
          <p:cNvPr id="30" name="chip-READY-656-422">
            <a:extLst xmlns:a="http://schemas.openxmlformats.org/drawingml/2006/main">
              <a:ext uri="{FF2B5EF4-FFF2-40B4-BE49-F238E27FC236}">
                <a16:creationId xmlns:a16="http://schemas.microsoft.com/office/drawing/2014/main" id="{AE36551F-C50C-4734-A22D-25B5BCA9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1200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58B8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ip-text-READY-656-422">
            <a:extLst xmlns:a="http://schemas.openxmlformats.org/drawingml/2006/main">
              <a:ext uri="{FF2B5EF4-FFF2-40B4-BE49-F238E27FC236}">
                <a16:creationId xmlns:a16="http://schemas.microsoft.com/office/drawing/2014/main" id="{47BAEC0B-DC54-4183-AA09-EB6B82C0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957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READY</a:t>
            </a:r>
          </a:p>
        </p:txBody>
      </p:sp>
      <p:sp>
        <p:nvSpPr>
          <p:cNvPr id="32" name="chip-WARNING-798-422">
            <a:extLst xmlns:a="http://schemas.openxmlformats.org/drawingml/2006/main">
              <a:ext uri="{FF2B5EF4-FFF2-40B4-BE49-F238E27FC236}">
                <a16:creationId xmlns:a16="http://schemas.microsoft.com/office/drawing/2014/main" id="{DC251161-4C59-4A2B-9A2A-BFA841B1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019550"/>
            <a:ext cx="1200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9B9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ip-text-WARNING-798-422">
            <a:extLst xmlns:a="http://schemas.openxmlformats.org/drawingml/2006/main">
              <a:ext uri="{FF2B5EF4-FFF2-40B4-BE49-F238E27FC236}">
                <a16:creationId xmlns:a16="http://schemas.microsoft.com/office/drawing/2014/main" id="{C3FDDB94-0A29-4166-845A-EE9A1B9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0957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WARNING</a:t>
            </a:r>
          </a:p>
        </p:txBody>
      </p:sp>
      <p:sp>
        <p:nvSpPr>
          <p:cNvPr id="34" name="chip-ERROR-940-422">
            <a:extLst xmlns:a="http://schemas.openxmlformats.org/drawingml/2006/main">
              <a:ext uri="{FF2B5EF4-FFF2-40B4-BE49-F238E27FC236}">
                <a16:creationId xmlns:a16="http://schemas.microsoft.com/office/drawing/2014/main" id="{F1306F10-CD6F-4AAB-B89C-E4CA3A5D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019550"/>
            <a:ext cx="1200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07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ip-text-ERROR-940-422">
            <a:extLst xmlns:a="http://schemas.openxmlformats.org/drawingml/2006/main">
              <a:ext uri="{FF2B5EF4-FFF2-40B4-BE49-F238E27FC236}">
                <a16:creationId xmlns:a16="http://schemas.microsoft.com/office/drawing/2014/main" id="{542117CA-7C84-4CA6-97EF-4D9D8A5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0957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17131F"/>
                </a:solidFill>
                <a:latin typeface="HarmonyOS Sans SC"/>
                <a:ea typeface="HarmonyOS Sans SC"/>
                <a:cs typeface="HarmonyOS Sans SC"/>
              </a:rPr>
              <a:t>ERROR</a:t>
            </a:r>
          </a:p>
        </p:txBody>
      </p:sp>
      <p:sp>
        <p:nvSpPr>
          <p:cNvPr id="36" name="panel-1">
            <a:extLst xmlns:a="http://schemas.openxmlformats.org/drawingml/2006/main">
              <a:ext uri="{FF2B5EF4-FFF2-40B4-BE49-F238E27FC236}">
                <a16:creationId xmlns:a16="http://schemas.microsoft.com/office/drawing/2014/main" id="{C3C36579-89E8-44EB-B947-D1F5780C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6101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1B2A"/>
          </a:solidFill>
          <a:ln xmlns:a="http://schemas.openxmlformats.org/drawingml/2006/main" w="9525">
            <a:solidFill>
              <a:srgbClr val="7D6A8D"/>
            </a:solidFill>
            <a:prstDash val="solid"/>
          </a:ln>
        </p:spPr>
      </p:sp>
      <p:sp>
        <p:nvSpPr>
          <p:cNvPr id="37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3DB3CB0D-1B21-4FC4-941C-7661050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781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6F2F7"/>
                </a:solidFill>
                <a:latin typeface="HarmonyOS Sans SC"/>
                <a:ea typeface="HarmonyOS Sans SC"/>
                <a:cs typeface="HarmonyOS Sans SC"/>
              </a:rPr>
              <a:t>Support</a:t>
            </a:r>
          </a:p>
        </p:txBody>
      </p:sp>
      <p:sp>
        <p:nvSpPr>
          <p:cNvPr id="38" name="panel-copy-1">
            <a:extLst xmlns:a="http://schemas.openxmlformats.org/drawingml/2006/main">
              <a:ext uri="{FF2B5EF4-FFF2-40B4-BE49-F238E27FC236}">
                <a16:creationId xmlns:a16="http://schemas.microsoft.com/office/drawing/2014/main" id="{DB5CE1A7-6FE2-498B-B78D-FAAB49CD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067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Build plate only</a:t>
            </a:r>
          </a:p>
        </p:txBody>
      </p:sp>
      <p:sp>
        <p:nvSpPr>
          <p:cNvPr id="39" name="toggle-track-1">
            <a:extLst xmlns:a="http://schemas.openxmlformats.org/drawingml/2006/main">
              <a:ext uri="{FF2B5EF4-FFF2-40B4-BE49-F238E27FC236}">
                <a16:creationId xmlns:a16="http://schemas.microsoft.com/office/drawing/2014/main" id="{C6F59198-8B0B-4558-BEA2-88E47F76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4857750"/>
            <a:ext cx="533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oggle-thumb-1">
            <a:extLst xmlns:a="http://schemas.openxmlformats.org/drawingml/2006/main">
              <a:ext uri="{FF2B5EF4-FFF2-40B4-BE49-F238E27FC236}">
                <a16:creationId xmlns:a16="http://schemas.microsoft.com/office/drawing/2014/main" id="{0BE41EED-FE4C-468C-AA7F-A9AF13BB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4895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-12">
            <a:extLst xmlns:a="http://schemas.openxmlformats.org/drawingml/2006/main">
              <a:ext uri="{FF2B5EF4-FFF2-40B4-BE49-F238E27FC236}">
                <a16:creationId xmlns:a16="http://schemas.microsoft.com/office/drawing/2014/main" id="{BA7307DF-0385-43A2-B43F-A9F9B6EC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5F5767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42" name="page-12">
            <a:extLst xmlns:a="http://schemas.openxmlformats.org/drawingml/2006/main">
              <a:ext uri="{FF2B5EF4-FFF2-40B4-BE49-F238E27FC236}">
                <a16:creationId xmlns:a16="http://schemas.microsoft.com/office/drawing/2014/main" id="{ABEC806D-719B-45CA-921A-8DA28FF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5F5767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2403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3A2D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13">
            <a:extLst xmlns:a="http://schemas.openxmlformats.org/drawingml/2006/main">
              <a:ext uri="{FF2B5EF4-FFF2-40B4-BE49-F238E27FC236}">
                <a16:creationId xmlns:a16="http://schemas.microsoft.com/office/drawing/2014/main" id="{57B181D8-E469-4B44-881E-264E8F00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DESIGN-AGENT HANDOFF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CF5A1FDB-9B00-473F-A588-04AC653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A valid JusPrin UI concept is traceable, paired, and implementation-aware.</a:t>
            </a:r>
          </a:p>
        </p:txBody>
      </p:sp>
      <p:sp>
        <p:nvSpPr>
          <p:cNvPr id="3" name="check-num-0">
            <a:extLst xmlns:a="http://schemas.openxmlformats.org/drawingml/2006/main">
              <a:ext uri="{FF2B5EF4-FFF2-40B4-BE49-F238E27FC236}">
                <a16:creationId xmlns:a16="http://schemas.microsoft.com/office/drawing/2014/main" id="{6EED1431-7D8B-437F-8F9A-80A940A2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657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4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F9EF6E97-9274-4516-BF89-D1242EBC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Mode pair</a:t>
            </a:r>
          </a:p>
        </p:txBody>
      </p:sp>
      <p:sp>
        <p:nvSpPr>
          <p:cNvPr id="5" name="check-copy-0">
            <a:extLst xmlns:a="http://schemas.openxmlformats.org/drawingml/2006/main">
              <a:ext uri="{FF2B5EF4-FFF2-40B4-BE49-F238E27FC236}">
                <a16:creationId xmlns:a16="http://schemas.microsoft.com/office/drawing/2014/main" id="{F6DBF1A4-F38D-4D33-915D-03AE227E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16573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rPr>
              <a:t>Light and dark frames use the same semantic token names.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F1999266-AEC9-43AE-AB7C-9B81F1ED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124075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eck-num-1">
            <a:extLst xmlns:a="http://schemas.openxmlformats.org/drawingml/2006/main">
              <a:ext uri="{FF2B5EF4-FFF2-40B4-BE49-F238E27FC236}">
                <a16:creationId xmlns:a16="http://schemas.microsoft.com/office/drawing/2014/main" id="{DC1252F1-D981-4687-A497-71E22615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8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CB3E40CE-5B7B-4F16-9EF4-9F1E38BA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362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Native density</a:t>
            </a:r>
          </a:p>
        </p:txBody>
      </p:sp>
      <p:sp>
        <p:nvSpPr>
          <p:cNvPr id="9" name="check-copy-1">
            <a:extLst xmlns:a="http://schemas.openxmlformats.org/drawingml/2006/main">
              <a:ext uri="{FF2B5EF4-FFF2-40B4-BE49-F238E27FC236}">
                <a16:creationId xmlns:a16="http://schemas.microsoft.com/office/drawing/2014/main" id="{8C17403A-ED98-40CF-BA72-523F8DA1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2381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rPr>
              <a:t>Components use DIP, 4/8/12 radii, and existing control dimensions.</a:t>
            </a:r>
          </a:p>
        </p:txBody>
      </p:sp>
      <p:sp>
        <p:nvSpPr>
          <p:cNvPr id="10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4567464A-9E86-426D-8109-552615B2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847975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num-2">
            <a:extLst xmlns:a="http://schemas.openxmlformats.org/drawingml/2006/main">
              <a:ext uri="{FF2B5EF4-FFF2-40B4-BE49-F238E27FC236}">
                <a16:creationId xmlns:a16="http://schemas.microsoft.com/office/drawing/2014/main" id="{B4D0649C-A9B8-4B07-B2AD-A21EFF7A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105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2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EBCA22CC-34EC-42EF-95ED-C62D2F66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Typography</a:t>
            </a:r>
          </a:p>
        </p:txBody>
      </p:sp>
      <p:sp>
        <p:nvSpPr>
          <p:cNvPr id="13" name="check-copy-2">
            <a:extLst xmlns:a="http://schemas.openxmlformats.org/drawingml/2006/main">
              <a:ext uri="{FF2B5EF4-FFF2-40B4-BE49-F238E27FC236}">
                <a16:creationId xmlns:a16="http://schemas.microsoft.com/office/drawing/2014/main" id="{34E24AB6-F8B7-4A29-BD2C-756305B5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31051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rPr>
              <a:t>HarmonyOS Sans SC and system teletype only.</a:t>
            </a:r>
          </a:p>
        </p:txBody>
      </p:sp>
      <p:sp>
        <p:nvSpPr>
          <p:cNvPr id="14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6178B413-7E1B-4A07-B554-C7F03DCC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571875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-num-3">
            <a:extLst xmlns:a="http://schemas.openxmlformats.org/drawingml/2006/main">
              <a:ext uri="{FF2B5EF4-FFF2-40B4-BE49-F238E27FC236}">
                <a16:creationId xmlns:a16="http://schemas.microsoft.com/office/drawing/2014/main" id="{87B4D467-BFA2-45F0-A7BA-CF39431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829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6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433F83C5-6C5E-48F1-9A82-CE7AEE5F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810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State coverage</a:t>
            </a:r>
          </a:p>
        </p:txBody>
      </p:sp>
      <p:sp>
        <p:nvSpPr>
          <p:cNvPr id="17" name="check-copy-3">
            <a:extLst xmlns:a="http://schemas.openxmlformats.org/drawingml/2006/main">
              <a:ext uri="{FF2B5EF4-FFF2-40B4-BE49-F238E27FC236}">
                <a16:creationId xmlns:a16="http://schemas.microsoft.com/office/drawing/2014/main" id="{D29CCF78-2784-44EA-A7CD-7C86936A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38290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rPr>
              <a:t>Normal, hover, pressed, disabled, focus, error, and success are shown.</a:t>
            </a:r>
          </a:p>
        </p:txBody>
      </p:sp>
      <p:sp>
        <p:nvSpPr>
          <p:cNvPr id="18" name="check-rule-3">
            <a:extLst xmlns:a="http://schemas.openxmlformats.org/drawingml/2006/main">
              <a:ext uri="{FF2B5EF4-FFF2-40B4-BE49-F238E27FC236}">
                <a16:creationId xmlns:a16="http://schemas.microsoft.com/office/drawing/2014/main" id="{C0B7EC70-FE73-4962-925B-2306054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295775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eck-num-4">
            <a:extLst xmlns:a="http://schemas.openxmlformats.org/drawingml/2006/main">
              <a:ext uri="{FF2B5EF4-FFF2-40B4-BE49-F238E27FC236}">
                <a16:creationId xmlns:a16="http://schemas.microsoft.com/office/drawing/2014/main" id="{68892E82-B864-4571-9809-3C6ECE72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52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0" name="check-title-4">
            <a:extLst xmlns:a="http://schemas.openxmlformats.org/drawingml/2006/main">
              <a:ext uri="{FF2B5EF4-FFF2-40B4-BE49-F238E27FC236}">
                <a16:creationId xmlns:a16="http://schemas.microsoft.com/office/drawing/2014/main" id="{AE8063A1-E7A1-4876-B9B9-70A0495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533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Real content</a:t>
            </a:r>
          </a:p>
        </p:txBody>
      </p:sp>
      <p:sp>
        <p:nvSpPr>
          <p:cNvPr id="21" name="check-copy-4">
            <a:extLst xmlns:a="http://schemas.openxmlformats.org/drawingml/2006/main">
              <a:ext uri="{FF2B5EF4-FFF2-40B4-BE49-F238E27FC236}">
                <a16:creationId xmlns:a16="http://schemas.microsoft.com/office/drawing/2014/main" id="{935427EC-212D-457E-B88F-593BA386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4552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rPr>
              <a:t>Test long filenames, localized labels, dense settings, and empty states.</a:t>
            </a:r>
          </a:p>
        </p:txBody>
      </p:sp>
      <p:sp>
        <p:nvSpPr>
          <p:cNvPr id="22" name="check-rule-4">
            <a:extLst xmlns:a="http://schemas.openxmlformats.org/drawingml/2006/main">
              <a:ext uri="{FF2B5EF4-FFF2-40B4-BE49-F238E27FC236}">
                <a16:creationId xmlns:a16="http://schemas.microsoft.com/office/drawing/2014/main" id="{64331C15-05E8-475E-A67F-86E1290C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019675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heck-num-5">
            <a:extLst xmlns:a="http://schemas.openxmlformats.org/drawingml/2006/main">
              <a:ext uri="{FF2B5EF4-FFF2-40B4-BE49-F238E27FC236}">
                <a16:creationId xmlns:a16="http://schemas.microsoft.com/office/drawing/2014/main" id="{C7E19922-E78F-4D06-A649-AE60FEC0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276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E84B7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24" name="check-title-5">
            <a:extLst xmlns:a="http://schemas.openxmlformats.org/drawingml/2006/main">
              <a:ext uri="{FF2B5EF4-FFF2-40B4-BE49-F238E27FC236}">
                <a16:creationId xmlns:a16="http://schemas.microsoft.com/office/drawing/2014/main" id="{456D4E13-FF18-4571-ADEC-D1D4585F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257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Asset discipline</a:t>
            </a:r>
          </a:p>
        </p:txBody>
      </p:sp>
      <p:sp>
        <p:nvSpPr>
          <p:cNvPr id="25" name="check-copy-5">
            <a:extLst xmlns:a="http://schemas.openxmlformats.org/drawingml/2006/main">
              <a:ext uri="{FF2B5EF4-FFF2-40B4-BE49-F238E27FC236}">
                <a16:creationId xmlns:a16="http://schemas.microsoft.com/office/drawing/2014/main" id="{196C31B1-64B9-4B52-8F46-AD1B0E0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5276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DDD4E1"/>
                </a:solidFill>
                <a:latin typeface="HarmonyOS Sans SC"/>
                <a:ea typeface="HarmonyOS Sans SC"/>
                <a:cs typeface="HarmonyOS Sans SC"/>
              </a:rPr>
              <a:t>Original mark; existing SVG icons; gradient only in brand moments.</a:t>
            </a:r>
          </a:p>
        </p:txBody>
      </p:sp>
      <p:sp>
        <p:nvSpPr>
          <p:cNvPr id="26" name="handoff-rule">
            <a:extLst xmlns:a="http://schemas.openxmlformats.org/drawingml/2006/main">
              <a:ext uri="{FF2B5EF4-FFF2-40B4-BE49-F238E27FC236}">
                <a16:creationId xmlns:a16="http://schemas.microsoft.com/office/drawing/2014/main" id="{75B681BA-8787-4C4A-B124-867924E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962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Use JusPrin-UI-design-tokens.json as the source of truth. If a proposed value is not tokenized, label it as an exception and explain why.</a:t>
            </a:r>
          </a:p>
        </p:txBody>
      </p:sp>
      <p:sp>
        <p:nvSpPr>
          <p:cNvPr id="27" name="footer-13">
            <a:extLst xmlns:a="http://schemas.openxmlformats.org/drawingml/2006/main">
              <a:ext uri="{FF2B5EF4-FFF2-40B4-BE49-F238E27FC236}">
                <a16:creationId xmlns:a16="http://schemas.microsoft.com/office/drawing/2014/main" id="{147D3FF6-2E58-45E9-9642-7365DBBD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825" b="0">
                <a:solidFill>
                  <a:srgbClr val="CFC5D3"/>
                </a:solidFill>
                <a:latin typeface="HarmonyOS Sans SC"/>
                <a:ea typeface="HarmonyOS Sans SC"/>
                <a:cs typeface="HarmonyOS Sans SC"/>
              </a:rPr>
              <a:t>JusPrin UI design system · agent-ready specification</a:t>
            </a:r>
          </a:p>
        </p:txBody>
      </p:sp>
      <p:sp>
        <p:nvSpPr>
          <p:cNvPr id="28" name="page-13">
            <a:extLst xmlns:a="http://schemas.openxmlformats.org/drawingml/2006/main">
              <a:ext uri="{FF2B5EF4-FFF2-40B4-BE49-F238E27FC236}">
                <a16:creationId xmlns:a16="http://schemas.microsoft.com/office/drawing/2014/main" id="{DDFCB23C-4F10-40C8-8C81-F9301510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5151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CFC5D3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CFC5D3"/>
                </a:solidFill>
                <a:latin typeface="Courier New"/>
                <a:ea typeface="Courier New"/>
                <a:cs typeface="Courier New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1114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2026-08-14T00:37:28.0940000Z</dcterms:created>
  <dcterms:modified xsi:type="dcterms:W3CDTF">2026-08-14T00:37:28.0940000Z</dcterms:modified>
</coreProperties>
</file>